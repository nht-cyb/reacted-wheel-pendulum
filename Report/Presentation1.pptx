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varScale="1">
        <p:scale>
          <a:sx n="51" d="100"/>
          <a:sy n="51" d="100"/>
        </p:scale>
        <p:origin x="1005" y="4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DA1E5-1070-06F0-1E48-7A51075681F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759C665E-97AF-202F-64E5-809F350F11C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6EF48E2-5C7D-5D3C-2DF8-7E71D09C91BC}"/>
              </a:ext>
            </a:extLst>
          </p:cNvPr>
          <p:cNvSpPr>
            <a:spLocks noGrp="1"/>
          </p:cNvSpPr>
          <p:nvPr>
            <p:ph type="dt" sz="half" idx="10"/>
          </p:nvPr>
        </p:nvSpPr>
        <p:spPr/>
        <p:txBody>
          <a:bodyPr/>
          <a:lstStyle/>
          <a:p>
            <a:fld id="{72D245D2-480C-4887-968A-D72BAC56B662}" type="datetimeFigureOut">
              <a:rPr lang="en-GB" smtClean="0"/>
              <a:t>12/05/2023</a:t>
            </a:fld>
            <a:endParaRPr lang="en-GB"/>
          </a:p>
        </p:txBody>
      </p:sp>
      <p:sp>
        <p:nvSpPr>
          <p:cNvPr id="5" name="Footer Placeholder 4">
            <a:extLst>
              <a:ext uri="{FF2B5EF4-FFF2-40B4-BE49-F238E27FC236}">
                <a16:creationId xmlns:a16="http://schemas.microsoft.com/office/drawing/2014/main" id="{27BED5BE-3DE7-7A5C-729B-167B5199914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CF82D8F-3402-BFF5-6388-51FFFF2B61D4}"/>
              </a:ext>
            </a:extLst>
          </p:cNvPr>
          <p:cNvSpPr>
            <a:spLocks noGrp="1"/>
          </p:cNvSpPr>
          <p:nvPr>
            <p:ph type="sldNum" sz="quarter" idx="12"/>
          </p:nvPr>
        </p:nvSpPr>
        <p:spPr/>
        <p:txBody>
          <a:bodyPr/>
          <a:lstStyle/>
          <a:p>
            <a:fld id="{7C92C964-F093-478B-817A-C0781940F97E}" type="slidenum">
              <a:rPr lang="en-GB" smtClean="0"/>
              <a:t>‹#›</a:t>
            </a:fld>
            <a:endParaRPr lang="en-GB"/>
          </a:p>
        </p:txBody>
      </p:sp>
    </p:spTree>
    <p:extLst>
      <p:ext uri="{BB962C8B-B14F-4D97-AF65-F5344CB8AC3E}">
        <p14:creationId xmlns:p14="http://schemas.microsoft.com/office/powerpoint/2010/main" val="30931072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AFD3B-3DA5-D41F-EE53-167788887386}"/>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9E576987-FED8-1E8E-DB38-02293615B9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2DDBFD9F-189E-8F4F-95C4-E5FEA9DC26CB}"/>
              </a:ext>
            </a:extLst>
          </p:cNvPr>
          <p:cNvSpPr>
            <a:spLocks noGrp="1"/>
          </p:cNvSpPr>
          <p:nvPr>
            <p:ph type="dt" sz="half" idx="10"/>
          </p:nvPr>
        </p:nvSpPr>
        <p:spPr/>
        <p:txBody>
          <a:bodyPr/>
          <a:lstStyle/>
          <a:p>
            <a:fld id="{72D245D2-480C-4887-968A-D72BAC56B662}" type="datetimeFigureOut">
              <a:rPr lang="en-GB" smtClean="0"/>
              <a:t>12/05/2023</a:t>
            </a:fld>
            <a:endParaRPr lang="en-GB"/>
          </a:p>
        </p:txBody>
      </p:sp>
      <p:sp>
        <p:nvSpPr>
          <p:cNvPr id="5" name="Footer Placeholder 4">
            <a:extLst>
              <a:ext uri="{FF2B5EF4-FFF2-40B4-BE49-F238E27FC236}">
                <a16:creationId xmlns:a16="http://schemas.microsoft.com/office/drawing/2014/main" id="{D3A6FABF-F31C-C43D-E1D2-64FCAC3E4FA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865912A-22B3-E69D-8DED-671AC1FF5FB4}"/>
              </a:ext>
            </a:extLst>
          </p:cNvPr>
          <p:cNvSpPr>
            <a:spLocks noGrp="1"/>
          </p:cNvSpPr>
          <p:nvPr>
            <p:ph type="sldNum" sz="quarter" idx="12"/>
          </p:nvPr>
        </p:nvSpPr>
        <p:spPr/>
        <p:txBody>
          <a:bodyPr/>
          <a:lstStyle/>
          <a:p>
            <a:fld id="{7C92C964-F093-478B-817A-C0781940F97E}" type="slidenum">
              <a:rPr lang="en-GB" smtClean="0"/>
              <a:t>‹#›</a:t>
            </a:fld>
            <a:endParaRPr lang="en-GB"/>
          </a:p>
        </p:txBody>
      </p:sp>
    </p:spTree>
    <p:extLst>
      <p:ext uri="{BB962C8B-B14F-4D97-AF65-F5344CB8AC3E}">
        <p14:creationId xmlns:p14="http://schemas.microsoft.com/office/powerpoint/2010/main" val="804701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8B385-8B5F-D791-3175-DB6AEAD133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630977BB-CDC5-21ED-4C97-4E1AA51C851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78AF17A-2237-D121-D4B1-22D1DCF6BC05}"/>
              </a:ext>
            </a:extLst>
          </p:cNvPr>
          <p:cNvSpPr>
            <a:spLocks noGrp="1"/>
          </p:cNvSpPr>
          <p:nvPr>
            <p:ph type="dt" sz="half" idx="10"/>
          </p:nvPr>
        </p:nvSpPr>
        <p:spPr/>
        <p:txBody>
          <a:bodyPr/>
          <a:lstStyle/>
          <a:p>
            <a:fld id="{72D245D2-480C-4887-968A-D72BAC56B662}" type="datetimeFigureOut">
              <a:rPr lang="en-GB" smtClean="0"/>
              <a:t>12/05/2023</a:t>
            </a:fld>
            <a:endParaRPr lang="en-GB"/>
          </a:p>
        </p:txBody>
      </p:sp>
      <p:sp>
        <p:nvSpPr>
          <p:cNvPr id="5" name="Footer Placeholder 4">
            <a:extLst>
              <a:ext uri="{FF2B5EF4-FFF2-40B4-BE49-F238E27FC236}">
                <a16:creationId xmlns:a16="http://schemas.microsoft.com/office/drawing/2014/main" id="{64CE7DB1-E0E7-50B4-5AED-26BF56EA292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61CBC3F-93B3-617A-3162-C1AE7CFDFB0B}"/>
              </a:ext>
            </a:extLst>
          </p:cNvPr>
          <p:cNvSpPr>
            <a:spLocks noGrp="1"/>
          </p:cNvSpPr>
          <p:nvPr>
            <p:ph type="sldNum" sz="quarter" idx="12"/>
          </p:nvPr>
        </p:nvSpPr>
        <p:spPr/>
        <p:txBody>
          <a:bodyPr/>
          <a:lstStyle/>
          <a:p>
            <a:fld id="{7C92C964-F093-478B-817A-C0781940F97E}" type="slidenum">
              <a:rPr lang="en-GB" smtClean="0"/>
              <a:t>‹#›</a:t>
            </a:fld>
            <a:endParaRPr lang="en-GB"/>
          </a:p>
        </p:txBody>
      </p:sp>
    </p:spTree>
    <p:extLst>
      <p:ext uri="{BB962C8B-B14F-4D97-AF65-F5344CB8AC3E}">
        <p14:creationId xmlns:p14="http://schemas.microsoft.com/office/powerpoint/2010/main" val="14815342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A3B05A-1F90-2E89-FB96-79A4F6C329AB}"/>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72790C2-64CF-9ED0-9B71-A2241C66E2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A9B3D886-498B-AC43-786C-3F27E250E3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1B152742-254F-C022-85B7-3C96575B9EE1}"/>
              </a:ext>
            </a:extLst>
          </p:cNvPr>
          <p:cNvSpPr>
            <a:spLocks noGrp="1"/>
          </p:cNvSpPr>
          <p:nvPr>
            <p:ph type="dt" sz="half" idx="10"/>
          </p:nvPr>
        </p:nvSpPr>
        <p:spPr/>
        <p:txBody>
          <a:bodyPr/>
          <a:lstStyle/>
          <a:p>
            <a:fld id="{72D245D2-480C-4887-968A-D72BAC56B662}" type="datetimeFigureOut">
              <a:rPr lang="en-GB" smtClean="0"/>
              <a:t>12/05/2023</a:t>
            </a:fld>
            <a:endParaRPr lang="en-GB"/>
          </a:p>
        </p:txBody>
      </p:sp>
      <p:sp>
        <p:nvSpPr>
          <p:cNvPr id="6" name="Footer Placeholder 5">
            <a:extLst>
              <a:ext uri="{FF2B5EF4-FFF2-40B4-BE49-F238E27FC236}">
                <a16:creationId xmlns:a16="http://schemas.microsoft.com/office/drawing/2014/main" id="{A607037D-3CFD-BE94-5E24-E2E4235A93ED}"/>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12631B64-703B-B0F0-A272-952B79152995}"/>
              </a:ext>
            </a:extLst>
          </p:cNvPr>
          <p:cNvSpPr>
            <a:spLocks noGrp="1"/>
          </p:cNvSpPr>
          <p:nvPr>
            <p:ph type="sldNum" sz="quarter" idx="12"/>
          </p:nvPr>
        </p:nvSpPr>
        <p:spPr/>
        <p:txBody>
          <a:bodyPr/>
          <a:lstStyle/>
          <a:p>
            <a:fld id="{7C92C964-F093-478B-817A-C0781940F97E}" type="slidenum">
              <a:rPr lang="en-GB" smtClean="0"/>
              <a:t>‹#›</a:t>
            </a:fld>
            <a:endParaRPr lang="en-GB"/>
          </a:p>
        </p:txBody>
      </p:sp>
    </p:spTree>
    <p:extLst>
      <p:ext uri="{BB962C8B-B14F-4D97-AF65-F5344CB8AC3E}">
        <p14:creationId xmlns:p14="http://schemas.microsoft.com/office/powerpoint/2010/main" val="2009310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9D5991-093B-CDD4-470A-64DA2A67300B}"/>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E3B586FD-9D43-1E0B-C550-A0D22111A0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84AF34-7327-DE81-937D-8D75759659F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36DA35D2-6BB3-7A58-2CFE-3F46281593F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ED8EC15-6E32-9BFB-EA8C-127B76D8ED9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69DE487B-01FE-FDEF-578F-AAE74B13DF62}"/>
              </a:ext>
            </a:extLst>
          </p:cNvPr>
          <p:cNvSpPr>
            <a:spLocks noGrp="1"/>
          </p:cNvSpPr>
          <p:nvPr>
            <p:ph type="dt" sz="half" idx="10"/>
          </p:nvPr>
        </p:nvSpPr>
        <p:spPr/>
        <p:txBody>
          <a:bodyPr/>
          <a:lstStyle/>
          <a:p>
            <a:fld id="{72D245D2-480C-4887-968A-D72BAC56B662}" type="datetimeFigureOut">
              <a:rPr lang="en-GB" smtClean="0"/>
              <a:t>12/05/2023</a:t>
            </a:fld>
            <a:endParaRPr lang="en-GB"/>
          </a:p>
        </p:txBody>
      </p:sp>
      <p:sp>
        <p:nvSpPr>
          <p:cNvPr id="8" name="Footer Placeholder 7">
            <a:extLst>
              <a:ext uri="{FF2B5EF4-FFF2-40B4-BE49-F238E27FC236}">
                <a16:creationId xmlns:a16="http://schemas.microsoft.com/office/drawing/2014/main" id="{FB39D072-EE14-2547-21C1-FA044BE1CA59}"/>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538F9AB7-95C0-BA38-31C9-E9F26D0669E3}"/>
              </a:ext>
            </a:extLst>
          </p:cNvPr>
          <p:cNvSpPr>
            <a:spLocks noGrp="1"/>
          </p:cNvSpPr>
          <p:nvPr>
            <p:ph type="sldNum" sz="quarter" idx="12"/>
          </p:nvPr>
        </p:nvSpPr>
        <p:spPr/>
        <p:txBody>
          <a:bodyPr/>
          <a:lstStyle/>
          <a:p>
            <a:fld id="{7C92C964-F093-478B-817A-C0781940F97E}" type="slidenum">
              <a:rPr lang="en-GB" smtClean="0"/>
              <a:t>‹#›</a:t>
            </a:fld>
            <a:endParaRPr lang="en-GB"/>
          </a:p>
        </p:txBody>
      </p:sp>
    </p:spTree>
    <p:extLst>
      <p:ext uri="{BB962C8B-B14F-4D97-AF65-F5344CB8AC3E}">
        <p14:creationId xmlns:p14="http://schemas.microsoft.com/office/powerpoint/2010/main" val="2157194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28379E-E10B-711C-D308-E0EC3680F1CB}"/>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5365759-ADB0-EA6E-4395-2245E9285062}"/>
              </a:ext>
            </a:extLst>
          </p:cNvPr>
          <p:cNvSpPr>
            <a:spLocks noGrp="1"/>
          </p:cNvSpPr>
          <p:nvPr>
            <p:ph type="dt" sz="half" idx="10"/>
          </p:nvPr>
        </p:nvSpPr>
        <p:spPr/>
        <p:txBody>
          <a:bodyPr/>
          <a:lstStyle/>
          <a:p>
            <a:fld id="{72D245D2-480C-4887-968A-D72BAC56B662}" type="datetimeFigureOut">
              <a:rPr lang="en-GB" smtClean="0"/>
              <a:t>12/05/2023</a:t>
            </a:fld>
            <a:endParaRPr lang="en-GB"/>
          </a:p>
        </p:txBody>
      </p:sp>
      <p:sp>
        <p:nvSpPr>
          <p:cNvPr id="4" name="Footer Placeholder 3">
            <a:extLst>
              <a:ext uri="{FF2B5EF4-FFF2-40B4-BE49-F238E27FC236}">
                <a16:creationId xmlns:a16="http://schemas.microsoft.com/office/drawing/2014/main" id="{1D60E05F-D8F9-425A-1582-79E41911499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7944E0E7-E4C9-6AC8-6E6B-83E7E277E62E}"/>
              </a:ext>
            </a:extLst>
          </p:cNvPr>
          <p:cNvSpPr>
            <a:spLocks noGrp="1"/>
          </p:cNvSpPr>
          <p:nvPr>
            <p:ph type="sldNum" sz="quarter" idx="12"/>
          </p:nvPr>
        </p:nvSpPr>
        <p:spPr/>
        <p:txBody>
          <a:bodyPr/>
          <a:lstStyle/>
          <a:p>
            <a:fld id="{7C92C964-F093-478B-817A-C0781940F97E}" type="slidenum">
              <a:rPr lang="en-GB" smtClean="0"/>
              <a:t>‹#›</a:t>
            </a:fld>
            <a:endParaRPr lang="en-GB"/>
          </a:p>
        </p:txBody>
      </p:sp>
    </p:spTree>
    <p:extLst>
      <p:ext uri="{BB962C8B-B14F-4D97-AF65-F5344CB8AC3E}">
        <p14:creationId xmlns:p14="http://schemas.microsoft.com/office/powerpoint/2010/main" val="1754726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4B68DB-E6DE-21A2-56AD-241BF4E796D9}"/>
              </a:ext>
            </a:extLst>
          </p:cNvPr>
          <p:cNvSpPr>
            <a:spLocks noGrp="1"/>
          </p:cNvSpPr>
          <p:nvPr>
            <p:ph type="dt" sz="half" idx="10"/>
          </p:nvPr>
        </p:nvSpPr>
        <p:spPr/>
        <p:txBody>
          <a:bodyPr/>
          <a:lstStyle/>
          <a:p>
            <a:fld id="{72D245D2-480C-4887-968A-D72BAC56B662}" type="datetimeFigureOut">
              <a:rPr lang="en-GB" smtClean="0"/>
              <a:t>12/05/2023</a:t>
            </a:fld>
            <a:endParaRPr lang="en-GB"/>
          </a:p>
        </p:txBody>
      </p:sp>
      <p:sp>
        <p:nvSpPr>
          <p:cNvPr id="3" name="Footer Placeholder 2">
            <a:extLst>
              <a:ext uri="{FF2B5EF4-FFF2-40B4-BE49-F238E27FC236}">
                <a16:creationId xmlns:a16="http://schemas.microsoft.com/office/drawing/2014/main" id="{56E91561-38F9-18B3-51C7-FDAF88C6366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751EB9CC-4D0E-8432-84AE-0A13A528E8E4}"/>
              </a:ext>
            </a:extLst>
          </p:cNvPr>
          <p:cNvSpPr>
            <a:spLocks noGrp="1"/>
          </p:cNvSpPr>
          <p:nvPr>
            <p:ph type="sldNum" sz="quarter" idx="12"/>
          </p:nvPr>
        </p:nvSpPr>
        <p:spPr/>
        <p:txBody>
          <a:bodyPr/>
          <a:lstStyle/>
          <a:p>
            <a:fld id="{7C92C964-F093-478B-817A-C0781940F97E}" type="slidenum">
              <a:rPr lang="en-GB" smtClean="0"/>
              <a:t>‹#›</a:t>
            </a:fld>
            <a:endParaRPr lang="en-GB"/>
          </a:p>
        </p:txBody>
      </p:sp>
    </p:spTree>
    <p:extLst>
      <p:ext uri="{BB962C8B-B14F-4D97-AF65-F5344CB8AC3E}">
        <p14:creationId xmlns:p14="http://schemas.microsoft.com/office/powerpoint/2010/main" val="12685650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A585F-DC2F-2905-D77E-1AA544E3367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829FF554-B795-F6B8-C83B-474730C7CD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0AC0FF57-B4C4-A048-214A-7A8B257321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EEF2E4-7B52-3183-2F6B-3FE65D831C92}"/>
              </a:ext>
            </a:extLst>
          </p:cNvPr>
          <p:cNvSpPr>
            <a:spLocks noGrp="1"/>
          </p:cNvSpPr>
          <p:nvPr>
            <p:ph type="dt" sz="half" idx="10"/>
          </p:nvPr>
        </p:nvSpPr>
        <p:spPr/>
        <p:txBody>
          <a:bodyPr/>
          <a:lstStyle/>
          <a:p>
            <a:fld id="{72D245D2-480C-4887-968A-D72BAC56B662}" type="datetimeFigureOut">
              <a:rPr lang="en-GB" smtClean="0"/>
              <a:t>12/05/2023</a:t>
            </a:fld>
            <a:endParaRPr lang="en-GB"/>
          </a:p>
        </p:txBody>
      </p:sp>
      <p:sp>
        <p:nvSpPr>
          <p:cNvPr id="6" name="Footer Placeholder 5">
            <a:extLst>
              <a:ext uri="{FF2B5EF4-FFF2-40B4-BE49-F238E27FC236}">
                <a16:creationId xmlns:a16="http://schemas.microsoft.com/office/drawing/2014/main" id="{05EF3AD1-7BC2-FD28-B01D-C56E44E29D7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405E4B0-A58D-21E3-4225-B0EFC60F6692}"/>
              </a:ext>
            </a:extLst>
          </p:cNvPr>
          <p:cNvSpPr>
            <a:spLocks noGrp="1"/>
          </p:cNvSpPr>
          <p:nvPr>
            <p:ph type="sldNum" sz="quarter" idx="12"/>
          </p:nvPr>
        </p:nvSpPr>
        <p:spPr/>
        <p:txBody>
          <a:bodyPr/>
          <a:lstStyle/>
          <a:p>
            <a:fld id="{7C92C964-F093-478B-817A-C0781940F97E}" type="slidenum">
              <a:rPr lang="en-GB" smtClean="0"/>
              <a:t>‹#›</a:t>
            </a:fld>
            <a:endParaRPr lang="en-GB"/>
          </a:p>
        </p:txBody>
      </p:sp>
    </p:spTree>
    <p:extLst>
      <p:ext uri="{BB962C8B-B14F-4D97-AF65-F5344CB8AC3E}">
        <p14:creationId xmlns:p14="http://schemas.microsoft.com/office/powerpoint/2010/main" val="17978353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7D585-9744-D429-04DE-C7E3776315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B4CB083-0CFD-7E02-E366-D48A710B9B4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AC518D92-2509-FA34-C624-67B0E2A5F7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B6DDCD4-B673-0BEE-BF69-9F4E8194A0E0}"/>
              </a:ext>
            </a:extLst>
          </p:cNvPr>
          <p:cNvSpPr>
            <a:spLocks noGrp="1"/>
          </p:cNvSpPr>
          <p:nvPr>
            <p:ph type="dt" sz="half" idx="10"/>
          </p:nvPr>
        </p:nvSpPr>
        <p:spPr/>
        <p:txBody>
          <a:bodyPr/>
          <a:lstStyle/>
          <a:p>
            <a:fld id="{72D245D2-480C-4887-968A-D72BAC56B662}" type="datetimeFigureOut">
              <a:rPr lang="en-GB" smtClean="0"/>
              <a:t>12/05/2023</a:t>
            </a:fld>
            <a:endParaRPr lang="en-GB"/>
          </a:p>
        </p:txBody>
      </p:sp>
      <p:sp>
        <p:nvSpPr>
          <p:cNvPr id="6" name="Footer Placeholder 5">
            <a:extLst>
              <a:ext uri="{FF2B5EF4-FFF2-40B4-BE49-F238E27FC236}">
                <a16:creationId xmlns:a16="http://schemas.microsoft.com/office/drawing/2014/main" id="{795B7524-8BF6-3B9D-070B-81A26E975D9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8B107B2-6098-2D61-305A-0944BB14367C}"/>
              </a:ext>
            </a:extLst>
          </p:cNvPr>
          <p:cNvSpPr>
            <a:spLocks noGrp="1"/>
          </p:cNvSpPr>
          <p:nvPr>
            <p:ph type="sldNum" sz="quarter" idx="12"/>
          </p:nvPr>
        </p:nvSpPr>
        <p:spPr/>
        <p:txBody>
          <a:bodyPr/>
          <a:lstStyle/>
          <a:p>
            <a:fld id="{7C92C964-F093-478B-817A-C0781940F97E}" type="slidenum">
              <a:rPr lang="en-GB" smtClean="0"/>
              <a:t>‹#›</a:t>
            </a:fld>
            <a:endParaRPr lang="en-GB"/>
          </a:p>
        </p:txBody>
      </p:sp>
    </p:spTree>
    <p:extLst>
      <p:ext uri="{BB962C8B-B14F-4D97-AF65-F5344CB8AC3E}">
        <p14:creationId xmlns:p14="http://schemas.microsoft.com/office/powerpoint/2010/main" val="29841594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E38A4F-7E65-9B0E-9087-3EEB9CDC13B4}"/>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4503D4AE-1D59-8F9B-E7D8-9EEF01F6F3E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F0AB453E-1002-DC2E-3819-472150839820}"/>
              </a:ext>
            </a:extLst>
          </p:cNvPr>
          <p:cNvSpPr>
            <a:spLocks noGrp="1"/>
          </p:cNvSpPr>
          <p:nvPr>
            <p:ph type="dt" sz="half" idx="10"/>
          </p:nvPr>
        </p:nvSpPr>
        <p:spPr/>
        <p:txBody>
          <a:bodyPr/>
          <a:lstStyle/>
          <a:p>
            <a:fld id="{72D245D2-480C-4887-968A-D72BAC56B662}" type="datetimeFigureOut">
              <a:rPr lang="en-GB" smtClean="0"/>
              <a:t>12/05/2023</a:t>
            </a:fld>
            <a:endParaRPr lang="en-GB"/>
          </a:p>
        </p:txBody>
      </p:sp>
      <p:sp>
        <p:nvSpPr>
          <p:cNvPr id="5" name="Footer Placeholder 4">
            <a:extLst>
              <a:ext uri="{FF2B5EF4-FFF2-40B4-BE49-F238E27FC236}">
                <a16:creationId xmlns:a16="http://schemas.microsoft.com/office/drawing/2014/main" id="{236C6E59-0300-6DD3-B309-F875D25FA15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075E505-7C11-1086-A208-B8AE1FFB022D}"/>
              </a:ext>
            </a:extLst>
          </p:cNvPr>
          <p:cNvSpPr>
            <a:spLocks noGrp="1"/>
          </p:cNvSpPr>
          <p:nvPr>
            <p:ph type="sldNum" sz="quarter" idx="12"/>
          </p:nvPr>
        </p:nvSpPr>
        <p:spPr/>
        <p:txBody>
          <a:bodyPr/>
          <a:lstStyle/>
          <a:p>
            <a:fld id="{7C92C964-F093-478B-817A-C0781940F97E}" type="slidenum">
              <a:rPr lang="en-GB" smtClean="0"/>
              <a:t>‹#›</a:t>
            </a:fld>
            <a:endParaRPr lang="en-GB"/>
          </a:p>
        </p:txBody>
      </p:sp>
    </p:spTree>
    <p:extLst>
      <p:ext uri="{BB962C8B-B14F-4D97-AF65-F5344CB8AC3E}">
        <p14:creationId xmlns:p14="http://schemas.microsoft.com/office/powerpoint/2010/main" val="1430038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3D638F-A668-F9FE-0109-E156CE4A2CD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196BC69-7FE7-43F4-555D-FFD4700EFE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76CB960-9587-E284-24AC-E052C5BF7401}"/>
              </a:ext>
            </a:extLst>
          </p:cNvPr>
          <p:cNvSpPr>
            <a:spLocks noGrp="1"/>
          </p:cNvSpPr>
          <p:nvPr>
            <p:ph type="dt" sz="half" idx="10"/>
          </p:nvPr>
        </p:nvSpPr>
        <p:spPr/>
        <p:txBody>
          <a:bodyPr/>
          <a:lstStyle/>
          <a:p>
            <a:fld id="{72D245D2-480C-4887-968A-D72BAC56B662}" type="datetimeFigureOut">
              <a:rPr lang="en-GB" smtClean="0"/>
              <a:t>12/05/2023</a:t>
            </a:fld>
            <a:endParaRPr lang="en-GB"/>
          </a:p>
        </p:txBody>
      </p:sp>
      <p:sp>
        <p:nvSpPr>
          <p:cNvPr id="5" name="Footer Placeholder 4">
            <a:extLst>
              <a:ext uri="{FF2B5EF4-FFF2-40B4-BE49-F238E27FC236}">
                <a16:creationId xmlns:a16="http://schemas.microsoft.com/office/drawing/2014/main" id="{7C7D6BB3-8A42-26C8-C45F-FDCB81BE2C6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5B40360-394A-CA04-693C-9B38660827E3}"/>
              </a:ext>
            </a:extLst>
          </p:cNvPr>
          <p:cNvSpPr>
            <a:spLocks noGrp="1"/>
          </p:cNvSpPr>
          <p:nvPr>
            <p:ph type="sldNum" sz="quarter" idx="12"/>
          </p:nvPr>
        </p:nvSpPr>
        <p:spPr/>
        <p:txBody>
          <a:bodyPr/>
          <a:lstStyle/>
          <a:p>
            <a:fld id="{7C92C964-F093-478B-817A-C0781940F97E}" type="slidenum">
              <a:rPr lang="en-GB" smtClean="0"/>
              <a:t>‹#›</a:t>
            </a:fld>
            <a:endParaRPr lang="en-GB"/>
          </a:p>
        </p:txBody>
      </p:sp>
    </p:spTree>
    <p:extLst>
      <p:ext uri="{BB962C8B-B14F-4D97-AF65-F5344CB8AC3E}">
        <p14:creationId xmlns:p14="http://schemas.microsoft.com/office/powerpoint/2010/main" val="2316799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035FBD-C9E4-AD5F-35CF-59F7298764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B95C28D-B25D-E86E-80C1-42423535C3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AE94C4F-70D0-A4EE-97BF-1CF3756F5DD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D245D2-480C-4887-968A-D72BAC56B662}" type="datetimeFigureOut">
              <a:rPr lang="en-GB" smtClean="0"/>
              <a:t>12/05/2023</a:t>
            </a:fld>
            <a:endParaRPr lang="en-GB"/>
          </a:p>
        </p:txBody>
      </p:sp>
      <p:sp>
        <p:nvSpPr>
          <p:cNvPr id="5" name="Footer Placeholder 4">
            <a:extLst>
              <a:ext uri="{FF2B5EF4-FFF2-40B4-BE49-F238E27FC236}">
                <a16:creationId xmlns:a16="http://schemas.microsoft.com/office/drawing/2014/main" id="{3D114A79-26F1-67F1-B1C8-5CD3BCB3AF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AA2A476-40FC-57F1-E5CC-F55A199C4B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92C964-F093-478B-817A-C0781940F97E}" type="slidenum">
              <a:rPr lang="en-GB" smtClean="0"/>
              <a:t>‹#›</a:t>
            </a:fld>
            <a:endParaRPr lang="en-GB"/>
          </a:p>
        </p:txBody>
      </p:sp>
    </p:spTree>
    <p:extLst>
      <p:ext uri="{BB962C8B-B14F-4D97-AF65-F5344CB8AC3E}">
        <p14:creationId xmlns:p14="http://schemas.microsoft.com/office/powerpoint/2010/main" val="11577996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D8E2E388-565C-EDAC-A5B5-519837E85F8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46863" y="1667283"/>
            <a:ext cx="5113655" cy="3048635"/>
          </a:xfrm>
          <a:prstGeom prst="rect">
            <a:avLst/>
          </a:prstGeom>
          <a:noFill/>
          <a:ln>
            <a:noFill/>
          </a:ln>
        </p:spPr>
      </p:pic>
      <p:sp>
        <p:nvSpPr>
          <p:cNvPr id="5" name="TextBox 4">
            <a:extLst>
              <a:ext uri="{FF2B5EF4-FFF2-40B4-BE49-F238E27FC236}">
                <a16:creationId xmlns:a16="http://schemas.microsoft.com/office/drawing/2014/main" id="{A81CFF34-2F25-08D0-633E-D7657B808666}"/>
              </a:ext>
            </a:extLst>
          </p:cNvPr>
          <p:cNvSpPr txBox="1"/>
          <p:nvPr/>
        </p:nvSpPr>
        <p:spPr>
          <a:xfrm>
            <a:off x="1386631" y="131384"/>
            <a:ext cx="4291490" cy="646331"/>
          </a:xfrm>
          <a:prstGeom prst="rect">
            <a:avLst/>
          </a:prstGeom>
          <a:noFill/>
        </p:spPr>
        <p:txBody>
          <a:bodyPr wrap="square" rtlCol="0">
            <a:spAutoFit/>
          </a:bodyPr>
          <a:lstStyle/>
          <a:p>
            <a:pPr algn="ctr"/>
            <a:r>
              <a:rPr lang="vi-VN" dirty="0">
                <a:latin typeface="+mj-lt"/>
              </a:rPr>
              <a:t>Khởi tạo đàn sói (số lượng, giá trị, vị trí, các giới hạn tìm kiếm, các hằng số cần thiết)</a:t>
            </a:r>
            <a:endParaRPr lang="en-GB" dirty="0">
              <a:latin typeface="+mj-lt"/>
            </a:endParaRPr>
          </a:p>
        </p:txBody>
      </p:sp>
      <p:sp>
        <p:nvSpPr>
          <p:cNvPr id="6" name="TextBox 5">
            <a:extLst>
              <a:ext uri="{FF2B5EF4-FFF2-40B4-BE49-F238E27FC236}">
                <a16:creationId xmlns:a16="http://schemas.microsoft.com/office/drawing/2014/main" id="{51F35ACE-700B-25F1-1FE3-8064D3496803}"/>
              </a:ext>
            </a:extLst>
          </p:cNvPr>
          <p:cNvSpPr txBox="1"/>
          <p:nvPr/>
        </p:nvSpPr>
        <p:spPr>
          <a:xfrm>
            <a:off x="1020670" y="1238099"/>
            <a:ext cx="5023412" cy="646331"/>
          </a:xfrm>
          <a:prstGeom prst="rect">
            <a:avLst/>
          </a:prstGeom>
          <a:noFill/>
        </p:spPr>
        <p:txBody>
          <a:bodyPr wrap="square" rtlCol="0">
            <a:spAutoFit/>
          </a:bodyPr>
          <a:lstStyle/>
          <a:p>
            <a:pPr algn="ctr"/>
            <a:r>
              <a:rPr lang="vi-VN" dirty="0">
                <a:latin typeface="+mj-lt"/>
              </a:rPr>
              <a:t>Khởi tạo các vector cố định xác định độ dịch chuyển sau mỗi vòng lặp cho từng phần tử tìm kiếm đàn sói.</a:t>
            </a:r>
            <a:endParaRPr lang="en-GB" dirty="0">
              <a:latin typeface="+mj-lt"/>
            </a:endParaRPr>
          </a:p>
        </p:txBody>
      </p:sp>
      <p:sp>
        <p:nvSpPr>
          <p:cNvPr id="7" name="TextBox 6">
            <a:extLst>
              <a:ext uri="{FF2B5EF4-FFF2-40B4-BE49-F238E27FC236}">
                <a16:creationId xmlns:a16="http://schemas.microsoft.com/office/drawing/2014/main" id="{E1E64E21-73C5-D7D6-A51A-5567EEED4020}"/>
              </a:ext>
            </a:extLst>
          </p:cNvPr>
          <p:cNvSpPr txBox="1"/>
          <p:nvPr/>
        </p:nvSpPr>
        <p:spPr>
          <a:xfrm>
            <a:off x="1020670" y="2614867"/>
            <a:ext cx="5023412" cy="923330"/>
          </a:xfrm>
          <a:prstGeom prst="rect">
            <a:avLst/>
          </a:prstGeom>
          <a:noFill/>
        </p:spPr>
        <p:txBody>
          <a:bodyPr wrap="square" rtlCol="0">
            <a:spAutoFit/>
          </a:bodyPr>
          <a:lstStyle/>
          <a:p>
            <a:pPr algn="ctr"/>
            <a:r>
              <a:rPr lang="vi-VN" dirty="0">
                <a:latin typeface="+mj-lt"/>
              </a:rPr>
              <a:t>Tính toán giá trị hàm đặc trưng cho từng phần tử tìm kiếm của đàn, lưu lại giá trị của ba phần tử tìm kiếm cho giá trị tối ưu nhất, xác định vị trí trung gian.</a:t>
            </a:r>
            <a:endParaRPr lang="en-GB" dirty="0">
              <a:latin typeface="+mj-lt"/>
            </a:endParaRPr>
          </a:p>
        </p:txBody>
      </p:sp>
      <p:sp>
        <p:nvSpPr>
          <p:cNvPr id="8" name="TextBox 7">
            <a:extLst>
              <a:ext uri="{FF2B5EF4-FFF2-40B4-BE49-F238E27FC236}">
                <a16:creationId xmlns:a16="http://schemas.microsoft.com/office/drawing/2014/main" id="{F854D471-9ACB-027C-2CCF-30E06E040A1C}"/>
              </a:ext>
            </a:extLst>
          </p:cNvPr>
          <p:cNvSpPr txBox="1"/>
          <p:nvPr/>
        </p:nvSpPr>
        <p:spPr>
          <a:xfrm>
            <a:off x="1020670" y="3995040"/>
            <a:ext cx="5023412" cy="646331"/>
          </a:xfrm>
          <a:prstGeom prst="rect">
            <a:avLst/>
          </a:prstGeom>
          <a:noFill/>
        </p:spPr>
        <p:txBody>
          <a:bodyPr wrap="square" rtlCol="0">
            <a:spAutoFit/>
          </a:bodyPr>
          <a:lstStyle/>
          <a:p>
            <a:pPr algn="ctr"/>
            <a:r>
              <a:rPr lang="vi-VN" dirty="0">
                <a:latin typeface="+mj-lt"/>
              </a:rPr>
              <a:t>Cập nhật vị trí của đàn sói dựa trên giá trị ước tính tính từ vị trí của ba phần tử tối ưu nhất. </a:t>
            </a:r>
            <a:endParaRPr lang="en-GB" dirty="0">
              <a:latin typeface="+mj-lt"/>
            </a:endParaRPr>
          </a:p>
        </p:txBody>
      </p:sp>
      <p:sp>
        <p:nvSpPr>
          <p:cNvPr id="9" name="TextBox 8">
            <a:extLst>
              <a:ext uri="{FF2B5EF4-FFF2-40B4-BE49-F238E27FC236}">
                <a16:creationId xmlns:a16="http://schemas.microsoft.com/office/drawing/2014/main" id="{8473BC10-61FA-E40F-3E4B-762A6FA478A1}"/>
              </a:ext>
            </a:extLst>
          </p:cNvPr>
          <p:cNvSpPr txBox="1"/>
          <p:nvPr/>
        </p:nvSpPr>
        <p:spPr>
          <a:xfrm>
            <a:off x="2164397" y="5738818"/>
            <a:ext cx="5023412" cy="369332"/>
          </a:xfrm>
          <a:prstGeom prst="rect">
            <a:avLst/>
          </a:prstGeom>
          <a:noFill/>
        </p:spPr>
        <p:txBody>
          <a:bodyPr wrap="square" rtlCol="0">
            <a:spAutoFit/>
          </a:bodyPr>
          <a:lstStyle/>
          <a:p>
            <a:r>
              <a:rPr lang="vi-VN" dirty="0">
                <a:latin typeface="+mj-lt"/>
              </a:rPr>
              <a:t>Tính toán lại hàm đặc trưng.</a:t>
            </a:r>
            <a:endParaRPr lang="en-GB" dirty="0">
              <a:latin typeface="+mj-lt"/>
            </a:endParaRPr>
          </a:p>
        </p:txBody>
      </p:sp>
      <p:sp>
        <p:nvSpPr>
          <p:cNvPr id="10" name="TextBox 9">
            <a:extLst>
              <a:ext uri="{FF2B5EF4-FFF2-40B4-BE49-F238E27FC236}">
                <a16:creationId xmlns:a16="http://schemas.microsoft.com/office/drawing/2014/main" id="{610C0C38-240E-D9B4-24F6-5D62859E8FC8}"/>
              </a:ext>
            </a:extLst>
          </p:cNvPr>
          <p:cNvSpPr txBox="1"/>
          <p:nvPr/>
        </p:nvSpPr>
        <p:spPr>
          <a:xfrm>
            <a:off x="2132412" y="6382650"/>
            <a:ext cx="4235190" cy="369332"/>
          </a:xfrm>
          <a:prstGeom prst="rect">
            <a:avLst/>
          </a:prstGeom>
          <a:noFill/>
        </p:spPr>
        <p:txBody>
          <a:bodyPr wrap="square" rtlCol="0">
            <a:spAutoFit/>
          </a:bodyPr>
          <a:lstStyle/>
          <a:p>
            <a:r>
              <a:rPr lang="vi-VN" dirty="0">
                <a:latin typeface="+mj-lt"/>
              </a:rPr>
              <a:t>Lưu lại ba phần tử tối ưu nhất</a:t>
            </a:r>
            <a:endParaRPr lang="en-GB" dirty="0">
              <a:latin typeface="+mj-lt"/>
            </a:endParaRPr>
          </a:p>
        </p:txBody>
      </p:sp>
      <p:sp>
        <p:nvSpPr>
          <p:cNvPr id="11" name="TextBox 10">
            <a:extLst>
              <a:ext uri="{FF2B5EF4-FFF2-40B4-BE49-F238E27FC236}">
                <a16:creationId xmlns:a16="http://schemas.microsoft.com/office/drawing/2014/main" id="{E5845846-326D-DE1B-F344-7A96E7EAE322}"/>
              </a:ext>
            </a:extLst>
          </p:cNvPr>
          <p:cNvSpPr txBox="1"/>
          <p:nvPr/>
        </p:nvSpPr>
        <p:spPr>
          <a:xfrm>
            <a:off x="6904969" y="4022622"/>
            <a:ext cx="2457691" cy="646331"/>
          </a:xfrm>
          <a:prstGeom prst="rect">
            <a:avLst/>
          </a:prstGeom>
          <a:noFill/>
        </p:spPr>
        <p:txBody>
          <a:bodyPr wrap="square" rtlCol="0">
            <a:spAutoFit/>
          </a:bodyPr>
          <a:lstStyle/>
          <a:p>
            <a:pPr algn="ctr"/>
            <a:r>
              <a:rPr lang="vi-VN" dirty="0">
                <a:latin typeface="+mj-lt"/>
              </a:rPr>
              <a:t>Hiển thị giá trị tối ưu </a:t>
            </a:r>
            <a:br>
              <a:rPr lang="vi-VN" dirty="0">
                <a:latin typeface="+mj-lt"/>
              </a:rPr>
            </a:br>
            <a:r>
              <a:rPr lang="vi-VN" dirty="0">
                <a:latin typeface="+mj-lt"/>
              </a:rPr>
              <a:t>và vị trí phần tử tốt nhất</a:t>
            </a:r>
          </a:p>
        </p:txBody>
      </p:sp>
      <p:sp>
        <p:nvSpPr>
          <p:cNvPr id="12" name="TextBox 11">
            <a:extLst>
              <a:ext uri="{FF2B5EF4-FFF2-40B4-BE49-F238E27FC236}">
                <a16:creationId xmlns:a16="http://schemas.microsoft.com/office/drawing/2014/main" id="{9BA5553F-0015-5862-1F72-CFA07A58BB58}"/>
              </a:ext>
            </a:extLst>
          </p:cNvPr>
          <p:cNvSpPr txBox="1"/>
          <p:nvPr/>
        </p:nvSpPr>
        <p:spPr>
          <a:xfrm>
            <a:off x="6858587" y="3262578"/>
            <a:ext cx="5023412" cy="369332"/>
          </a:xfrm>
          <a:prstGeom prst="rect">
            <a:avLst/>
          </a:prstGeom>
          <a:noFill/>
        </p:spPr>
        <p:txBody>
          <a:bodyPr wrap="square" rtlCol="0">
            <a:spAutoFit/>
          </a:bodyPr>
          <a:lstStyle/>
          <a:p>
            <a:r>
              <a:rPr lang="vi-VN" dirty="0">
                <a:latin typeface="+mj-lt"/>
              </a:rPr>
              <a:t>Tăng số lần đếm vòng lặp</a:t>
            </a:r>
            <a:endParaRPr lang="en-GB" dirty="0">
              <a:latin typeface="+mj-lt"/>
            </a:endParaRPr>
          </a:p>
        </p:txBody>
      </p:sp>
      <p:sp>
        <p:nvSpPr>
          <p:cNvPr id="13" name="TextBox 12">
            <a:extLst>
              <a:ext uri="{FF2B5EF4-FFF2-40B4-BE49-F238E27FC236}">
                <a16:creationId xmlns:a16="http://schemas.microsoft.com/office/drawing/2014/main" id="{91BD3192-55F3-6E61-9DCF-82EB81D5FE09}"/>
              </a:ext>
            </a:extLst>
          </p:cNvPr>
          <p:cNvSpPr txBox="1"/>
          <p:nvPr/>
        </p:nvSpPr>
        <p:spPr>
          <a:xfrm>
            <a:off x="7261353" y="5003992"/>
            <a:ext cx="5023412" cy="369332"/>
          </a:xfrm>
          <a:prstGeom prst="rect">
            <a:avLst/>
          </a:prstGeom>
          <a:noFill/>
        </p:spPr>
        <p:txBody>
          <a:bodyPr wrap="square" rtlCol="0">
            <a:spAutoFit/>
          </a:bodyPr>
          <a:lstStyle/>
          <a:p>
            <a:r>
              <a:rPr lang="vi-VN" dirty="0">
                <a:latin typeface="+mj-lt"/>
              </a:rPr>
              <a:t>   Hết vòng lặp?</a:t>
            </a:r>
          </a:p>
        </p:txBody>
      </p:sp>
      <p:sp>
        <p:nvSpPr>
          <p:cNvPr id="14" name="TextBox 13">
            <a:extLst>
              <a:ext uri="{FF2B5EF4-FFF2-40B4-BE49-F238E27FC236}">
                <a16:creationId xmlns:a16="http://schemas.microsoft.com/office/drawing/2014/main" id="{2DBFBD83-EA8C-16AA-93F8-AA6E52717C64}"/>
              </a:ext>
            </a:extLst>
          </p:cNvPr>
          <p:cNvSpPr txBox="1"/>
          <p:nvPr/>
        </p:nvSpPr>
        <p:spPr>
          <a:xfrm>
            <a:off x="7766533" y="5700124"/>
            <a:ext cx="5023412" cy="369332"/>
          </a:xfrm>
          <a:prstGeom prst="rect">
            <a:avLst/>
          </a:prstGeom>
          <a:noFill/>
        </p:spPr>
        <p:txBody>
          <a:bodyPr wrap="square" rtlCol="0">
            <a:spAutoFit/>
          </a:bodyPr>
          <a:lstStyle/>
          <a:p>
            <a:r>
              <a:rPr lang="vi-VN" dirty="0">
                <a:latin typeface="+mj-lt"/>
              </a:rPr>
              <a:t>Thoát.</a:t>
            </a:r>
          </a:p>
        </p:txBody>
      </p:sp>
      <p:sp>
        <p:nvSpPr>
          <p:cNvPr id="16" name="Rectangle: Rounded Corners 15">
            <a:extLst>
              <a:ext uri="{FF2B5EF4-FFF2-40B4-BE49-F238E27FC236}">
                <a16:creationId xmlns:a16="http://schemas.microsoft.com/office/drawing/2014/main" id="{39BA4537-6324-5BBF-D398-0ACE30B1F7DF}"/>
              </a:ext>
            </a:extLst>
          </p:cNvPr>
          <p:cNvSpPr/>
          <p:nvPr/>
        </p:nvSpPr>
        <p:spPr>
          <a:xfrm>
            <a:off x="1020670" y="1210518"/>
            <a:ext cx="5023412" cy="701494"/>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17" name="Rectangle: Rounded Corners 16">
            <a:extLst>
              <a:ext uri="{FF2B5EF4-FFF2-40B4-BE49-F238E27FC236}">
                <a16:creationId xmlns:a16="http://schemas.microsoft.com/office/drawing/2014/main" id="{DECBBDF2-1448-7901-8A42-0D7DD482684C}"/>
              </a:ext>
            </a:extLst>
          </p:cNvPr>
          <p:cNvSpPr/>
          <p:nvPr/>
        </p:nvSpPr>
        <p:spPr>
          <a:xfrm>
            <a:off x="1427143" y="97116"/>
            <a:ext cx="4210467" cy="701494"/>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21" name="Rectangle: Rounded Corners 20">
            <a:extLst>
              <a:ext uri="{FF2B5EF4-FFF2-40B4-BE49-F238E27FC236}">
                <a16:creationId xmlns:a16="http://schemas.microsoft.com/office/drawing/2014/main" id="{C7B9D002-D211-73C7-5C90-7641A9AB9523}"/>
              </a:ext>
            </a:extLst>
          </p:cNvPr>
          <p:cNvSpPr/>
          <p:nvPr/>
        </p:nvSpPr>
        <p:spPr>
          <a:xfrm>
            <a:off x="1020670" y="2643449"/>
            <a:ext cx="5023412" cy="923330"/>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22" name="Rectangle: Rounded Corners 21">
            <a:extLst>
              <a:ext uri="{FF2B5EF4-FFF2-40B4-BE49-F238E27FC236}">
                <a16:creationId xmlns:a16="http://schemas.microsoft.com/office/drawing/2014/main" id="{95BC479A-439F-94B6-F402-EEEF80CC96EC}"/>
              </a:ext>
            </a:extLst>
          </p:cNvPr>
          <p:cNvSpPr/>
          <p:nvPr/>
        </p:nvSpPr>
        <p:spPr>
          <a:xfrm>
            <a:off x="1020670" y="3967459"/>
            <a:ext cx="5023412" cy="701494"/>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23" name="Rectangle: Rounded Corners 22">
            <a:extLst>
              <a:ext uri="{FF2B5EF4-FFF2-40B4-BE49-F238E27FC236}">
                <a16:creationId xmlns:a16="http://schemas.microsoft.com/office/drawing/2014/main" id="{48D7599E-F81E-15ED-AABB-B927626591E7}"/>
              </a:ext>
            </a:extLst>
          </p:cNvPr>
          <p:cNvSpPr/>
          <p:nvPr/>
        </p:nvSpPr>
        <p:spPr>
          <a:xfrm>
            <a:off x="2132412" y="5738818"/>
            <a:ext cx="2799929" cy="369332"/>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24" name="Rectangle: Rounded Corners 23">
            <a:extLst>
              <a:ext uri="{FF2B5EF4-FFF2-40B4-BE49-F238E27FC236}">
                <a16:creationId xmlns:a16="http://schemas.microsoft.com/office/drawing/2014/main" id="{ACB04289-6FDC-033E-73D8-B569C53EB270}"/>
              </a:ext>
            </a:extLst>
          </p:cNvPr>
          <p:cNvSpPr/>
          <p:nvPr/>
        </p:nvSpPr>
        <p:spPr>
          <a:xfrm>
            <a:off x="2039814" y="6382650"/>
            <a:ext cx="2985124" cy="369332"/>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27" name="TextBox 26">
            <a:extLst>
              <a:ext uri="{FF2B5EF4-FFF2-40B4-BE49-F238E27FC236}">
                <a16:creationId xmlns:a16="http://schemas.microsoft.com/office/drawing/2014/main" id="{D0A5E9A7-87FF-0E36-349E-2C2374F06EF9}"/>
              </a:ext>
            </a:extLst>
          </p:cNvPr>
          <p:cNvSpPr txBox="1"/>
          <p:nvPr/>
        </p:nvSpPr>
        <p:spPr>
          <a:xfrm>
            <a:off x="1779384" y="5101200"/>
            <a:ext cx="3566457" cy="369332"/>
          </a:xfrm>
          <a:prstGeom prst="rect">
            <a:avLst/>
          </a:prstGeom>
          <a:noFill/>
        </p:spPr>
        <p:txBody>
          <a:bodyPr wrap="square" rtlCol="0">
            <a:spAutoFit/>
          </a:bodyPr>
          <a:lstStyle/>
          <a:p>
            <a:r>
              <a:rPr lang="vi-VN" dirty="0">
                <a:latin typeface="+mj-lt"/>
              </a:rPr>
              <a:t>Cập nhật lại các vector dịch chuyển.</a:t>
            </a:r>
            <a:endParaRPr lang="en-GB" dirty="0">
              <a:latin typeface="+mj-lt"/>
            </a:endParaRPr>
          </a:p>
        </p:txBody>
      </p:sp>
      <p:sp>
        <p:nvSpPr>
          <p:cNvPr id="28" name="Rectangle: Rounded Corners 27">
            <a:extLst>
              <a:ext uri="{FF2B5EF4-FFF2-40B4-BE49-F238E27FC236}">
                <a16:creationId xmlns:a16="http://schemas.microsoft.com/office/drawing/2014/main" id="{FEF826E4-079E-F12D-3F51-6221B7030488}"/>
              </a:ext>
            </a:extLst>
          </p:cNvPr>
          <p:cNvSpPr/>
          <p:nvPr/>
        </p:nvSpPr>
        <p:spPr>
          <a:xfrm>
            <a:off x="1779384" y="5094987"/>
            <a:ext cx="3505985" cy="369332"/>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29" name="Rectangle: Rounded Corners 28">
            <a:extLst>
              <a:ext uri="{FF2B5EF4-FFF2-40B4-BE49-F238E27FC236}">
                <a16:creationId xmlns:a16="http://schemas.microsoft.com/office/drawing/2014/main" id="{16585560-D24A-8E24-AC65-DA0F862C4C8F}"/>
              </a:ext>
            </a:extLst>
          </p:cNvPr>
          <p:cNvSpPr/>
          <p:nvPr/>
        </p:nvSpPr>
        <p:spPr>
          <a:xfrm>
            <a:off x="6912602" y="4033482"/>
            <a:ext cx="2457691" cy="640719"/>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30" name="Rectangle: Rounded Corners 29">
            <a:extLst>
              <a:ext uri="{FF2B5EF4-FFF2-40B4-BE49-F238E27FC236}">
                <a16:creationId xmlns:a16="http://schemas.microsoft.com/office/drawing/2014/main" id="{096ECDA2-03B7-6BF5-E7AA-9D3A8CF9BAF4}"/>
              </a:ext>
            </a:extLst>
          </p:cNvPr>
          <p:cNvSpPr/>
          <p:nvPr/>
        </p:nvSpPr>
        <p:spPr>
          <a:xfrm>
            <a:off x="6858587" y="3249421"/>
            <a:ext cx="2550456" cy="448956"/>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31" name="Rectangle: Rounded Corners 30">
            <a:extLst>
              <a:ext uri="{FF2B5EF4-FFF2-40B4-BE49-F238E27FC236}">
                <a16:creationId xmlns:a16="http://schemas.microsoft.com/office/drawing/2014/main" id="{C3AD6524-6BD1-2134-F820-F1A61C9195AA}"/>
              </a:ext>
            </a:extLst>
          </p:cNvPr>
          <p:cNvSpPr/>
          <p:nvPr/>
        </p:nvSpPr>
        <p:spPr>
          <a:xfrm>
            <a:off x="7433844" y="5001061"/>
            <a:ext cx="1450856" cy="382956"/>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32" name="Rectangle: Rounded Corners 31">
            <a:extLst>
              <a:ext uri="{FF2B5EF4-FFF2-40B4-BE49-F238E27FC236}">
                <a16:creationId xmlns:a16="http://schemas.microsoft.com/office/drawing/2014/main" id="{0B5AE4B2-7F76-6D62-1BE8-E9193BFFC6E6}"/>
              </a:ext>
            </a:extLst>
          </p:cNvPr>
          <p:cNvSpPr/>
          <p:nvPr/>
        </p:nvSpPr>
        <p:spPr>
          <a:xfrm>
            <a:off x="7773077" y="5686573"/>
            <a:ext cx="721474" cy="382956"/>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cxnSp>
        <p:nvCxnSpPr>
          <p:cNvPr id="34" name="Straight Arrow Connector 33">
            <a:extLst>
              <a:ext uri="{FF2B5EF4-FFF2-40B4-BE49-F238E27FC236}">
                <a16:creationId xmlns:a16="http://schemas.microsoft.com/office/drawing/2014/main" id="{48057638-F40C-7DB3-9CF4-1E85DCF9BE68}"/>
              </a:ext>
            </a:extLst>
          </p:cNvPr>
          <p:cNvCxnSpPr>
            <a:cxnSpLocks/>
            <a:stCxn id="17" idx="2"/>
            <a:endCxn id="16" idx="0"/>
          </p:cNvCxnSpPr>
          <p:nvPr/>
        </p:nvCxnSpPr>
        <p:spPr>
          <a:xfrm flipH="1">
            <a:off x="3532376" y="798610"/>
            <a:ext cx="1" cy="411908"/>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717E1B6F-761B-104A-F77B-ED199F1DDD23}"/>
              </a:ext>
            </a:extLst>
          </p:cNvPr>
          <p:cNvCxnSpPr>
            <a:cxnSpLocks/>
            <a:stCxn id="16" idx="2"/>
            <a:endCxn id="7" idx="0"/>
          </p:cNvCxnSpPr>
          <p:nvPr/>
        </p:nvCxnSpPr>
        <p:spPr>
          <a:xfrm>
            <a:off x="3532376" y="1912012"/>
            <a:ext cx="0" cy="70285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405C46FC-4228-D3E3-7CE9-E9BCC79841F5}"/>
              </a:ext>
            </a:extLst>
          </p:cNvPr>
          <p:cNvCxnSpPr>
            <a:cxnSpLocks/>
            <a:stCxn id="21" idx="2"/>
            <a:endCxn id="22" idx="0"/>
          </p:cNvCxnSpPr>
          <p:nvPr/>
        </p:nvCxnSpPr>
        <p:spPr>
          <a:xfrm>
            <a:off x="3532376" y="3566779"/>
            <a:ext cx="0" cy="400680"/>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032E8FF3-B26A-5E89-5524-FF044CA75A16}"/>
              </a:ext>
            </a:extLst>
          </p:cNvPr>
          <p:cNvCxnSpPr>
            <a:cxnSpLocks/>
            <a:stCxn id="22" idx="2"/>
            <a:endCxn id="28" idx="0"/>
          </p:cNvCxnSpPr>
          <p:nvPr/>
        </p:nvCxnSpPr>
        <p:spPr>
          <a:xfrm>
            <a:off x="3532376" y="4668953"/>
            <a:ext cx="1" cy="4260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AA9019AC-1323-49E0-2231-80F28DDDB6D8}"/>
              </a:ext>
            </a:extLst>
          </p:cNvPr>
          <p:cNvCxnSpPr>
            <a:cxnSpLocks/>
            <a:stCxn id="28" idx="2"/>
            <a:endCxn id="23" idx="0"/>
          </p:cNvCxnSpPr>
          <p:nvPr/>
        </p:nvCxnSpPr>
        <p:spPr>
          <a:xfrm>
            <a:off x="3532377" y="5464319"/>
            <a:ext cx="0" cy="27449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94FD5A55-64F3-C826-58D8-46ED1954D2EB}"/>
              </a:ext>
            </a:extLst>
          </p:cNvPr>
          <p:cNvCxnSpPr>
            <a:cxnSpLocks/>
          </p:cNvCxnSpPr>
          <p:nvPr/>
        </p:nvCxnSpPr>
        <p:spPr>
          <a:xfrm>
            <a:off x="3526423" y="6101338"/>
            <a:ext cx="0" cy="27449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D081E947-576B-BBAC-DBAD-AFDCB0A391D7}"/>
              </a:ext>
            </a:extLst>
          </p:cNvPr>
          <p:cNvCxnSpPr>
            <a:cxnSpLocks/>
          </p:cNvCxnSpPr>
          <p:nvPr/>
        </p:nvCxnSpPr>
        <p:spPr>
          <a:xfrm>
            <a:off x="4241097" y="2350354"/>
            <a:ext cx="0" cy="29309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01CE955C-D285-1C29-9B2D-5B2B3799CEDF}"/>
              </a:ext>
            </a:extLst>
          </p:cNvPr>
          <p:cNvCxnSpPr>
            <a:cxnSpLocks/>
          </p:cNvCxnSpPr>
          <p:nvPr/>
        </p:nvCxnSpPr>
        <p:spPr>
          <a:xfrm>
            <a:off x="8141447" y="4676816"/>
            <a:ext cx="0" cy="32424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977AD4D1-D4D7-E2AB-298F-E82C91B743EC}"/>
              </a:ext>
            </a:extLst>
          </p:cNvPr>
          <p:cNvCxnSpPr>
            <a:cxnSpLocks/>
          </p:cNvCxnSpPr>
          <p:nvPr/>
        </p:nvCxnSpPr>
        <p:spPr>
          <a:xfrm>
            <a:off x="8133814" y="3709237"/>
            <a:ext cx="0" cy="32424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3EF3E768-A764-E077-F539-3375650EC72D}"/>
              </a:ext>
            </a:extLst>
          </p:cNvPr>
          <p:cNvCxnSpPr>
            <a:cxnSpLocks/>
          </p:cNvCxnSpPr>
          <p:nvPr/>
        </p:nvCxnSpPr>
        <p:spPr>
          <a:xfrm>
            <a:off x="8141447" y="5373324"/>
            <a:ext cx="0" cy="32424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D2E681D2-F3A3-E049-9324-1B4D3C5785FE}"/>
              </a:ext>
            </a:extLst>
          </p:cNvPr>
          <p:cNvCxnSpPr>
            <a:cxnSpLocks/>
          </p:cNvCxnSpPr>
          <p:nvPr/>
        </p:nvCxnSpPr>
        <p:spPr>
          <a:xfrm>
            <a:off x="4226691" y="2369585"/>
            <a:ext cx="2238299"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67" name="Straight Connector 66">
            <a:extLst>
              <a:ext uri="{FF2B5EF4-FFF2-40B4-BE49-F238E27FC236}">
                <a16:creationId xmlns:a16="http://schemas.microsoft.com/office/drawing/2014/main" id="{4B3FA564-512F-BBC3-A445-0CB671EEE37C}"/>
              </a:ext>
            </a:extLst>
          </p:cNvPr>
          <p:cNvCxnSpPr>
            <a:cxnSpLocks/>
          </p:cNvCxnSpPr>
          <p:nvPr/>
        </p:nvCxnSpPr>
        <p:spPr>
          <a:xfrm flipV="1">
            <a:off x="6464990" y="2350354"/>
            <a:ext cx="7009" cy="2826619"/>
          </a:xfrm>
          <a:prstGeom prst="line">
            <a:avLst/>
          </a:prstGeom>
          <a:ln w="38100"/>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982FE77D-7736-FD6F-F883-41C90E942BC4}"/>
              </a:ext>
            </a:extLst>
          </p:cNvPr>
          <p:cNvCxnSpPr>
            <a:cxnSpLocks/>
            <a:endCxn id="31" idx="1"/>
          </p:cNvCxnSpPr>
          <p:nvPr/>
        </p:nvCxnSpPr>
        <p:spPr>
          <a:xfrm>
            <a:off x="6446120" y="5192539"/>
            <a:ext cx="987724" cy="0"/>
          </a:xfrm>
          <a:prstGeom prst="line">
            <a:avLst/>
          </a:prstGeom>
          <a:ln w="38100"/>
        </p:spPr>
        <p:style>
          <a:lnRef idx="1">
            <a:schemeClr val="dk1"/>
          </a:lnRef>
          <a:fillRef idx="0">
            <a:schemeClr val="dk1"/>
          </a:fillRef>
          <a:effectRef idx="0">
            <a:schemeClr val="dk1"/>
          </a:effectRef>
          <a:fontRef idx="minor">
            <a:schemeClr val="tx1"/>
          </a:fontRef>
        </p:style>
      </p:cxnSp>
      <p:sp>
        <p:nvSpPr>
          <p:cNvPr id="78" name="TextBox 77">
            <a:extLst>
              <a:ext uri="{FF2B5EF4-FFF2-40B4-BE49-F238E27FC236}">
                <a16:creationId xmlns:a16="http://schemas.microsoft.com/office/drawing/2014/main" id="{CAF88135-40DF-B79D-9763-5453BCA8712F}"/>
              </a:ext>
            </a:extLst>
          </p:cNvPr>
          <p:cNvSpPr txBox="1"/>
          <p:nvPr/>
        </p:nvSpPr>
        <p:spPr>
          <a:xfrm>
            <a:off x="6837650" y="4844473"/>
            <a:ext cx="5023412" cy="369332"/>
          </a:xfrm>
          <a:prstGeom prst="rect">
            <a:avLst/>
          </a:prstGeom>
          <a:noFill/>
        </p:spPr>
        <p:txBody>
          <a:bodyPr wrap="square" rtlCol="0">
            <a:spAutoFit/>
          </a:bodyPr>
          <a:lstStyle/>
          <a:p>
            <a:r>
              <a:rPr lang="vi-VN">
                <a:latin typeface="+mj-lt"/>
              </a:rPr>
              <a:t>Sai.</a:t>
            </a:r>
            <a:endParaRPr lang="vi-VN" dirty="0">
              <a:latin typeface="+mj-lt"/>
            </a:endParaRPr>
          </a:p>
        </p:txBody>
      </p:sp>
      <p:sp>
        <p:nvSpPr>
          <p:cNvPr id="79" name="TextBox 78">
            <a:extLst>
              <a:ext uri="{FF2B5EF4-FFF2-40B4-BE49-F238E27FC236}">
                <a16:creationId xmlns:a16="http://schemas.microsoft.com/office/drawing/2014/main" id="{7C1AF245-EC83-275E-628F-0B172019E95C}"/>
              </a:ext>
            </a:extLst>
          </p:cNvPr>
          <p:cNvSpPr txBox="1"/>
          <p:nvPr/>
        </p:nvSpPr>
        <p:spPr>
          <a:xfrm>
            <a:off x="8299327" y="5355939"/>
            <a:ext cx="5023412" cy="369332"/>
          </a:xfrm>
          <a:prstGeom prst="rect">
            <a:avLst/>
          </a:prstGeom>
          <a:noFill/>
        </p:spPr>
        <p:txBody>
          <a:bodyPr wrap="square" rtlCol="0">
            <a:spAutoFit/>
          </a:bodyPr>
          <a:lstStyle/>
          <a:p>
            <a:r>
              <a:rPr lang="vi-VN" dirty="0">
                <a:latin typeface="+mj-lt"/>
              </a:rPr>
              <a:t>Đúng.</a:t>
            </a:r>
          </a:p>
        </p:txBody>
      </p:sp>
    </p:spTree>
    <p:extLst>
      <p:ext uri="{BB962C8B-B14F-4D97-AF65-F5344CB8AC3E}">
        <p14:creationId xmlns:p14="http://schemas.microsoft.com/office/powerpoint/2010/main" val="32992402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iagram&#10;&#10;Description automatically generated">
            <a:extLst>
              <a:ext uri="{FF2B5EF4-FFF2-40B4-BE49-F238E27FC236}">
                <a16:creationId xmlns:a16="http://schemas.microsoft.com/office/drawing/2014/main" id="{D8E2E388-565C-EDAC-A5B5-519837E85F8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646863" y="1667283"/>
            <a:ext cx="5113655" cy="3048635"/>
          </a:xfrm>
          <a:prstGeom prst="rect">
            <a:avLst/>
          </a:prstGeom>
          <a:noFill/>
          <a:ln>
            <a:noFill/>
          </a:ln>
        </p:spPr>
      </p:pic>
      <p:sp>
        <p:nvSpPr>
          <p:cNvPr id="5" name="TextBox 4">
            <a:extLst>
              <a:ext uri="{FF2B5EF4-FFF2-40B4-BE49-F238E27FC236}">
                <a16:creationId xmlns:a16="http://schemas.microsoft.com/office/drawing/2014/main" id="{A81CFF34-2F25-08D0-633E-D7657B808666}"/>
              </a:ext>
            </a:extLst>
          </p:cNvPr>
          <p:cNvSpPr txBox="1"/>
          <p:nvPr/>
        </p:nvSpPr>
        <p:spPr>
          <a:xfrm>
            <a:off x="1386631" y="131384"/>
            <a:ext cx="4291490" cy="646331"/>
          </a:xfrm>
          <a:prstGeom prst="rect">
            <a:avLst/>
          </a:prstGeom>
          <a:noFill/>
        </p:spPr>
        <p:txBody>
          <a:bodyPr wrap="square" rtlCol="0">
            <a:spAutoFit/>
          </a:bodyPr>
          <a:lstStyle/>
          <a:p>
            <a:pPr algn="ctr"/>
            <a:r>
              <a:rPr lang="vi-VN" dirty="0">
                <a:latin typeface="+mj-lt"/>
              </a:rPr>
              <a:t>Khởi tạo đàn kiến (số lượng, giá trị, vị trí, các giới hạn tìm kiếm, các hằng số cần thiết)</a:t>
            </a:r>
            <a:endParaRPr lang="en-GB" dirty="0">
              <a:latin typeface="+mj-lt"/>
            </a:endParaRPr>
          </a:p>
        </p:txBody>
      </p:sp>
      <p:sp>
        <p:nvSpPr>
          <p:cNvPr id="6" name="TextBox 5">
            <a:extLst>
              <a:ext uri="{FF2B5EF4-FFF2-40B4-BE49-F238E27FC236}">
                <a16:creationId xmlns:a16="http://schemas.microsoft.com/office/drawing/2014/main" id="{51F35ACE-700B-25F1-1FE3-8064D3496803}"/>
              </a:ext>
            </a:extLst>
          </p:cNvPr>
          <p:cNvSpPr txBox="1"/>
          <p:nvPr/>
        </p:nvSpPr>
        <p:spPr>
          <a:xfrm>
            <a:off x="1427143" y="1255791"/>
            <a:ext cx="4291489" cy="646331"/>
          </a:xfrm>
          <a:prstGeom prst="rect">
            <a:avLst/>
          </a:prstGeom>
          <a:noFill/>
        </p:spPr>
        <p:txBody>
          <a:bodyPr wrap="square" rtlCol="0">
            <a:spAutoFit/>
          </a:bodyPr>
          <a:lstStyle/>
          <a:p>
            <a:pPr algn="ctr"/>
            <a:r>
              <a:rPr lang="vi-VN" dirty="0">
                <a:latin typeface="+mj-lt"/>
              </a:rPr>
              <a:t>Khởi tạo các nguồn thức ăn và các vector chuyển dịch, độ phân tán pheromones.</a:t>
            </a:r>
            <a:endParaRPr lang="en-GB" dirty="0">
              <a:latin typeface="+mj-lt"/>
            </a:endParaRPr>
          </a:p>
        </p:txBody>
      </p:sp>
      <p:sp>
        <p:nvSpPr>
          <p:cNvPr id="7" name="TextBox 6">
            <a:extLst>
              <a:ext uri="{FF2B5EF4-FFF2-40B4-BE49-F238E27FC236}">
                <a16:creationId xmlns:a16="http://schemas.microsoft.com/office/drawing/2014/main" id="{E1E64E21-73C5-D7D6-A51A-5567EEED4020}"/>
              </a:ext>
            </a:extLst>
          </p:cNvPr>
          <p:cNvSpPr txBox="1"/>
          <p:nvPr/>
        </p:nvSpPr>
        <p:spPr>
          <a:xfrm>
            <a:off x="1000975" y="2650262"/>
            <a:ext cx="5023412" cy="646331"/>
          </a:xfrm>
          <a:prstGeom prst="rect">
            <a:avLst/>
          </a:prstGeom>
          <a:noFill/>
        </p:spPr>
        <p:txBody>
          <a:bodyPr wrap="square" rtlCol="0">
            <a:spAutoFit/>
          </a:bodyPr>
          <a:lstStyle/>
          <a:p>
            <a:pPr algn="ctr"/>
            <a:r>
              <a:rPr lang="vi-VN" dirty="0">
                <a:latin typeface="+mj-lt"/>
              </a:rPr>
              <a:t>Tính toán giá trị hàm đặc trưng cho từng phần tử tìm kiếm của đàn đối với mỗi nguồn thức ăn.</a:t>
            </a:r>
            <a:endParaRPr lang="en-GB" dirty="0">
              <a:latin typeface="+mj-lt"/>
            </a:endParaRPr>
          </a:p>
        </p:txBody>
      </p:sp>
      <p:sp>
        <p:nvSpPr>
          <p:cNvPr id="8" name="TextBox 7">
            <a:extLst>
              <a:ext uri="{FF2B5EF4-FFF2-40B4-BE49-F238E27FC236}">
                <a16:creationId xmlns:a16="http://schemas.microsoft.com/office/drawing/2014/main" id="{F854D471-9ACB-027C-2CCF-30E06E040A1C}"/>
              </a:ext>
            </a:extLst>
          </p:cNvPr>
          <p:cNvSpPr txBox="1"/>
          <p:nvPr/>
        </p:nvSpPr>
        <p:spPr>
          <a:xfrm>
            <a:off x="1020670" y="3995040"/>
            <a:ext cx="5023412" cy="646331"/>
          </a:xfrm>
          <a:prstGeom prst="rect">
            <a:avLst/>
          </a:prstGeom>
          <a:noFill/>
        </p:spPr>
        <p:txBody>
          <a:bodyPr wrap="square" rtlCol="0">
            <a:spAutoFit/>
          </a:bodyPr>
          <a:lstStyle/>
          <a:p>
            <a:pPr algn="ctr"/>
            <a:r>
              <a:rPr lang="vi-VN" dirty="0">
                <a:latin typeface="+mj-lt"/>
              </a:rPr>
              <a:t>Cập nhật giá trị của nguồn thức ăn dựa trên giá trị xác suất lựa chọn đường đi của đàn kiến.</a:t>
            </a:r>
            <a:endParaRPr lang="en-GB" dirty="0">
              <a:latin typeface="+mj-lt"/>
            </a:endParaRPr>
          </a:p>
        </p:txBody>
      </p:sp>
      <p:sp>
        <p:nvSpPr>
          <p:cNvPr id="9" name="TextBox 8">
            <a:extLst>
              <a:ext uri="{FF2B5EF4-FFF2-40B4-BE49-F238E27FC236}">
                <a16:creationId xmlns:a16="http://schemas.microsoft.com/office/drawing/2014/main" id="{8473BC10-61FA-E40F-3E4B-762A6FA478A1}"/>
              </a:ext>
            </a:extLst>
          </p:cNvPr>
          <p:cNvSpPr txBox="1"/>
          <p:nvPr/>
        </p:nvSpPr>
        <p:spPr>
          <a:xfrm>
            <a:off x="2145678" y="5738818"/>
            <a:ext cx="5023412" cy="369332"/>
          </a:xfrm>
          <a:prstGeom prst="rect">
            <a:avLst/>
          </a:prstGeom>
          <a:noFill/>
        </p:spPr>
        <p:txBody>
          <a:bodyPr wrap="square" rtlCol="0">
            <a:spAutoFit/>
          </a:bodyPr>
          <a:lstStyle/>
          <a:p>
            <a:r>
              <a:rPr lang="vi-VN" dirty="0">
                <a:latin typeface="+mj-lt"/>
              </a:rPr>
              <a:t>Tính toán lại hàm đặc trưng.</a:t>
            </a:r>
            <a:endParaRPr lang="en-GB" dirty="0">
              <a:latin typeface="+mj-lt"/>
            </a:endParaRPr>
          </a:p>
        </p:txBody>
      </p:sp>
      <p:sp>
        <p:nvSpPr>
          <p:cNvPr id="10" name="TextBox 9">
            <a:extLst>
              <a:ext uri="{FF2B5EF4-FFF2-40B4-BE49-F238E27FC236}">
                <a16:creationId xmlns:a16="http://schemas.microsoft.com/office/drawing/2014/main" id="{610C0C38-240E-D9B4-24F6-5D62859E8FC8}"/>
              </a:ext>
            </a:extLst>
          </p:cNvPr>
          <p:cNvSpPr txBox="1"/>
          <p:nvPr/>
        </p:nvSpPr>
        <p:spPr>
          <a:xfrm>
            <a:off x="2039814" y="6400054"/>
            <a:ext cx="4235190" cy="369332"/>
          </a:xfrm>
          <a:prstGeom prst="rect">
            <a:avLst/>
          </a:prstGeom>
          <a:noFill/>
        </p:spPr>
        <p:txBody>
          <a:bodyPr wrap="square" rtlCol="0">
            <a:spAutoFit/>
          </a:bodyPr>
          <a:lstStyle/>
          <a:p>
            <a:r>
              <a:rPr lang="vi-VN" dirty="0">
                <a:latin typeface="+mj-lt"/>
              </a:rPr>
              <a:t>Lưu lại con đường tối ưu nhất</a:t>
            </a:r>
            <a:endParaRPr lang="en-GB" dirty="0">
              <a:latin typeface="+mj-lt"/>
            </a:endParaRPr>
          </a:p>
        </p:txBody>
      </p:sp>
      <p:sp>
        <p:nvSpPr>
          <p:cNvPr id="11" name="TextBox 10">
            <a:extLst>
              <a:ext uri="{FF2B5EF4-FFF2-40B4-BE49-F238E27FC236}">
                <a16:creationId xmlns:a16="http://schemas.microsoft.com/office/drawing/2014/main" id="{E5845846-326D-DE1B-F344-7A96E7EAE322}"/>
              </a:ext>
            </a:extLst>
          </p:cNvPr>
          <p:cNvSpPr txBox="1"/>
          <p:nvPr/>
        </p:nvSpPr>
        <p:spPr>
          <a:xfrm>
            <a:off x="6904969" y="4022622"/>
            <a:ext cx="2457691" cy="646331"/>
          </a:xfrm>
          <a:prstGeom prst="rect">
            <a:avLst/>
          </a:prstGeom>
          <a:noFill/>
        </p:spPr>
        <p:txBody>
          <a:bodyPr wrap="square" rtlCol="0">
            <a:spAutoFit/>
          </a:bodyPr>
          <a:lstStyle/>
          <a:p>
            <a:pPr algn="ctr"/>
            <a:r>
              <a:rPr lang="vi-VN" dirty="0">
                <a:latin typeface="+mj-lt"/>
              </a:rPr>
              <a:t>Hiển thị giá trị tối ưu </a:t>
            </a:r>
            <a:br>
              <a:rPr lang="vi-VN" dirty="0">
                <a:latin typeface="+mj-lt"/>
              </a:rPr>
            </a:br>
            <a:r>
              <a:rPr lang="vi-VN" dirty="0">
                <a:latin typeface="+mj-lt"/>
              </a:rPr>
              <a:t>và vị trí phần tử tốt nhất</a:t>
            </a:r>
          </a:p>
        </p:txBody>
      </p:sp>
      <p:sp>
        <p:nvSpPr>
          <p:cNvPr id="12" name="TextBox 11">
            <a:extLst>
              <a:ext uri="{FF2B5EF4-FFF2-40B4-BE49-F238E27FC236}">
                <a16:creationId xmlns:a16="http://schemas.microsoft.com/office/drawing/2014/main" id="{9BA5553F-0015-5862-1F72-CFA07A58BB58}"/>
              </a:ext>
            </a:extLst>
          </p:cNvPr>
          <p:cNvSpPr txBox="1"/>
          <p:nvPr/>
        </p:nvSpPr>
        <p:spPr>
          <a:xfrm>
            <a:off x="6858587" y="3262578"/>
            <a:ext cx="5023412" cy="369332"/>
          </a:xfrm>
          <a:prstGeom prst="rect">
            <a:avLst/>
          </a:prstGeom>
          <a:noFill/>
        </p:spPr>
        <p:txBody>
          <a:bodyPr wrap="square" rtlCol="0">
            <a:spAutoFit/>
          </a:bodyPr>
          <a:lstStyle/>
          <a:p>
            <a:r>
              <a:rPr lang="vi-VN" dirty="0">
                <a:latin typeface="+mj-lt"/>
              </a:rPr>
              <a:t>Tăng số lần đếm vòng lặp</a:t>
            </a:r>
            <a:endParaRPr lang="en-GB" dirty="0">
              <a:latin typeface="+mj-lt"/>
            </a:endParaRPr>
          </a:p>
        </p:txBody>
      </p:sp>
      <p:sp>
        <p:nvSpPr>
          <p:cNvPr id="13" name="TextBox 12">
            <a:extLst>
              <a:ext uri="{FF2B5EF4-FFF2-40B4-BE49-F238E27FC236}">
                <a16:creationId xmlns:a16="http://schemas.microsoft.com/office/drawing/2014/main" id="{91BD3192-55F3-6E61-9DCF-82EB81D5FE09}"/>
              </a:ext>
            </a:extLst>
          </p:cNvPr>
          <p:cNvSpPr txBox="1"/>
          <p:nvPr/>
        </p:nvSpPr>
        <p:spPr>
          <a:xfrm>
            <a:off x="7261353" y="5003992"/>
            <a:ext cx="5023412" cy="369332"/>
          </a:xfrm>
          <a:prstGeom prst="rect">
            <a:avLst/>
          </a:prstGeom>
          <a:noFill/>
        </p:spPr>
        <p:txBody>
          <a:bodyPr wrap="square" rtlCol="0">
            <a:spAutoFit/>
          </a:bodyPr>
          <a:lstStyle/>
          <a:p>
            <a:r>
              <a:rPr lang="vi-VN" dirty="0">
                <a:latin typeface="+mj-lt"/>
              </a:rPr>
              <a:t>   Hết vòng lặp?</a:t>
            </a:r>
          </a:p>
        </p:txBody>
      </p:sp>
      <p:sp>
        <p:nvSpPr>
          <p:cNvPr id="14" name="TextBox 13">
            <a:extLst>
              <a:ext uri="{FF2B5EF4-FFF2-40B4-BE49-F238E27FC236}">
                <a16:creationId xmlns:a16="http://schemas.microsoft.com/office/drawing/2014/main" id="{2DBFBD83-EA8C-16AA-93F8-AA6E52717C64}"/>
              </a:ext>
            </a:extLst>
          </p:cNvPr>
          <p:cNvSpPr txBox="1"/>
          <p:nvPr/>
        </p:nvSpPr>
        <p:spPr>
          <a:xfrm>
            <a:off x="7766533" y="5700124"/>
            <a:ext cx="5023412" cy="369332"/>
          </a:xfrm>
          <a:prstGeom prst="rect">
            <a:avLst/>
          </a:prstGeom>
          <a:noFill/>
        </p:spPr>
        <p:txBody>
          <a:bodyPr wrap="square" rtlCol="0">
            <a:spAutoFit/>
          </a:bodyPr>
          <a:lstStyle/>
          <a:p>
            <a:r>
              <a:rPr lang="vi-VN" dirty="0">
                <a:latin typeface="+mj-lt"/>
              </a:rPr>
              <a:t>Thoát.</a:t>
            </a:r>
          </a:p>
        </p:txBody>
      </p:sp>
      <p:sp>
        <p:nvSpPr>
          <p:cNvPr id="16" name="Rectangle: Rounded Corners 15">
            <a:extLst>
              <a:ext uri="{FF2B5EF4-FFF2-40B4-BE49-F238E27FC236}">
                <a16:creationId xmlns:a16="http://schemas.microsoft.com/office/drawing/2014/main" id="{39BA4537-6324-5BBF-D398-0ACE30B1F7DF}"/>
              </a:ext>
            </a:extLst>
          </p:cNvPr>
          <p:cNvSpPr/>
          <p:nvPr/>
        </p:nvSpPr>
        <p:spPr>
          <a:xfrm>
            <a:off x="1509437" y="1227662"/>
            <a:ext cx="4045877" cy="701494"/>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17" name="Rectangle: Rounded Corners 16">
            <a:extLst>
              <a:ext uri="{FF2B5EF4-FFF2-40B4-BE49-F238E27FC236}">
                <a16:creationId xmlns:a16="http://schemas.microsoft.com/office/drawing/2014/main" id="{DECBBDF2-1448-7901-8A42-0D7DD482684C}"/>
              </a:ext>
            </a:extLst>
          </p:cNvPr>
          <p:cNvSpPr/>
          <p:nvPr/>
        </p:nvSpPr>
        <p:spPr>
          <a:xfrm>
            <a:off x="1427143" y="97116"/>
            <a:ext cx="4210467" cy="701494"/>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21" name="Rectangle: Rounded Corners 20">
            <a:extLst>
              <a:ext uri="{FF2B5EF4-FFF2-40B4-BE49-F238E27FC236}">
                <a16:creationId xmlns:a16="http://schemas.microsoft.com/office/drawing/2014/main" id="{C7B9D002-D211-73C7-5C90-7641A9AB9523}"/>
              </a:ext>
            </a:extLst>
          </p:cNvPr>
          <p:cNvSpPr/>
          <p:nvPr/>
        </p:nvSpPr>
        <p:spPr>
          <a:xfrm>
            <a:off x="1020670" y="2643449"/>
            <a:ext cx="5023412" cy="677679"/>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22" name="Rectangle: Rounded Corners 21">
            <a:extLst>
              <a:ext uri="{FF2B5EF4-FFF2-40B4-BE49-F238E27FC236}">
                <a16:creationId xmlns:a16="http://schemas.microsoft.com/office/drawing/2014/main" id="{95BC479A-439F-94B6-F402-EEEF80CC96EC}"/>
              </a:ext>
            </a:extLst>
          </p:cNvPr>
          <p:cNvSpPr/>
          <p:nvPr/>
        </p:nvSpPr>
        <p:spPr>
          <a:xfrm>
            <a:off x="1020670" y="3967459"/>
            <a:ext cx="5023412" cy="701494"/>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23" name="Rectangle: Rounded Corners 22">
            <a:extLst>
              <a:ext uri="{FF2B5EF4-FFF2-40B4-BE49-F238E27FC236}">
                <a16:creationId xmlns:a16="http://schemas.microsoft.com/office/drawing/2014/main" id="{48D7599E-F81E-15ED-AABB-B927626591E7}"/>
              </a:ext>
            </a:extLst>
          </p:cNvPr>
          <p:cNvSpPr/>
          <p:nvPr/>
        </p:nvSpPr>
        <p:spPr>
          <a:xfrm>
            <a:off x="2132412" y="5738818"/>
            <a:ext cx="2799929" cy="369332"/>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24" name="Rectangle: Rounded Corners 23">
            <a:extLst>
              <a:ext uri="{FF2B5EF4-FFF2-40B4-BE49-F238E27FC236}">
                <a16:creationId xmlns:a16="http://schemas.microsoft.com/office/drawing/2014/main" id="{ACB04289-6FDC-033E-73D8-B569C53EB270}"/>
              </a:ext>
            </a:extLst>
          </p:cNvPr>
          <p:cNvSpPr/>
          <p:nvPr/>
        </p:nvSpPr>
        <p:spPr>
          <a:xfrm>
            <a:off x="2039814" y="6382650"/>
            <a:ext cx="2985124" cy="369332"/>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27" name="TextBox 26">
            <a:extLst>
              <a:ext uri="{FF2B5EF4-FFF2-40B4-BE49-F238E27FC236}">
                <a16:creationId xmlns:a16="http://schemas.microsoft.com/office/drawing/2014/main" id="{D0A5E9A7-87FF-0E36-349E-2C2374F06EF9}"/>
              </a:ext>
            </a:extLst>
          </p:cNvPr>
          <p:cNvSpPr txBox="1"/>
          <p:nvPr/>
        </p:nvSpPr>
        <p:spPr>
          <a:xfrm>
            <a:off x="1779384" y="5101200"/>
            <a:ext cx="3566457" cy="369332"/>
          </a:xfrm>
          <a:prstGeom prst="rect">
            <a:avLst/>
          </a:prstGeom>
          <a:noFill/>
        </p:spPr>
        <p:txBody>
          <a:bodyPr wrap="square" rtlCol="0">
            <a:spAutoFit/>
          </a:bodyPr>
          <a:lstStyle/>
          <a:p>
            <a:r>
              <a:rPr lang="vi-VN" dirty="0">
                <a:latin typeface="+mj-lt"/>
              </a:rPr>
              <a:t>Cập nhật lại lưu lượng pheromones.</a:t>
            </a:r>
            <a:endParaRPr lang="en-GB" dirty="0">
              <a:latin typeface="+mj-lt"/>
            </a:endParaRPr>
          </a:p>
        </p:txBody>
      </p:sp>
      <p:sp>
        <p:nvSpPr>
          <p:cNvPr id="28" name="Rectangle: Rounded Corners 27">
            <a:extLst>
              <a:ext uri="{FF2B5EF4-FFF2-40B4-BE49-F238E27FC236}">
                <a16:creationId xmlns:a16="http://schemas.microsoft.com/office/drawing/2014/main" id="{FEF826E4-079E-F12D-3F51-6221B7030488}"/>
              </a:ext>
            </a:extLst>
          </p:cNvPr>
          <p:cNvSpPr/>
          <p:nvPr/>
        </p:nvSpPr>
        <p:spPr>
          <a:xfrm>
            <a:off x="1779384" y="5094987"/>
            <a:ext cx="3505985" cy="369332"/>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29" name="Rectangle: Rounded Corners 28">
            <a:extLst>
              <a:ext uri="{FF2B5EF4-FFF2-40B4-BE49-F238E27FC236}">
                <a16:creationId xmlns:a16="http://schemas.microsoft.com/office/drawing/2014/main" id="{16585560-D24A-8E24-AC65-DA0F862C4C8F}"/>
              </a:ext>
            </a:extLst>
          </p:cNvPr>
          <p:cNvSpPr/>
          <p:nvPr/>
        </p:nvSpPr>
        <p:spPr>
          <a:xfrm>
            <a:off x="6912602" y="4033482"/>
            <a:ext cx="2457691" cy="640719"/>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30" name="Rectangle: Rounded Corners 29">
            <a:extLst>
              <a:ext uri="{FF2B5EF4-FFF2-40B4-BE49-F238E27FC236}">
                <a16:creationId xmlns:a16="http://schemas.microsoft.com/office/drawing/2014/main" id="{096ECDA2-03B7-6BF5-E7AA-9D3A8CF9BAF4}"/>
              </a:ext>
            </a:extLst>
          </p:cNvPr>
          <p:cNvSpPr/>
          <p:nvPr/>
        </p:nvSpPr>
        <p:spPr>
          <a:xfrm>
            <a:off x="6858587" y="3249421"/>
            <a:ext cx="2550456" cy="448956"/>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31" name="Rectangle: Rounded Corners 30">
            <a:extLst>
              <a:ext uri="{FF2B5EF4-FFF2-40B4-BE49-F238E27FC236}">
                <a16:creationId xmlns:a16="http://schemas.microsoft.com/office/drawing/2014/main" id="{C3AD6524-6BD1-2134-F820-F1A61C9195AA}"/>
              </a:ext>
            </a:extLst>
          </p:cNvPr>
          <p:cNvSpPr/>
          <p:nvPr/>
        </p:nvSpPr>
        <p:spPr>
          <a:xfrm>
            <a:off x="7433844" y="5001061"/>
            <a:ext cx="1450856" cy="382956"/>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sp>
        <p:nvSpPr>
          <p:cNvPr id="32" name="Rectangle: Rounded Corners 31">
            <a:extLst>
              <a:ext uri="{FF2B5EF4-FFF2-40B4-BE49-F238E27FC236}">
                <a16:creationId xmlns:a16="http://schemas.microsoft.com/office/drawing/2014/main" id="{0B5AE4B2-7F76-6D62-1BE8-E9193BFFC6E6}"/>
              </a:ext>
            </a:extLst>
          </p:cNvPr>
          <p:cNvSpPr/>
          <p:nvPr/>
        </p:nvSpPr>
        <p:spPr>
          <a:xfrm>
            <a:off x="7773077" y="5686573"/>
            <a:ext cx="721474" cy="382956"/>
          </a:xfrm>
          <a:prstGeom prst="roundRect">
            <a:avLst/>
          </a:prstGeom>
          <a:noFill/>
          <a:ln w="28575">
            <a:solidFill>
              <a:schemeClr val="accent6">
                <a:lumMod val="75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GB"/>
          </a:p>
        </p:txBody>
      </p:sp>
      <p:cxnSp>
        <p:nvCxnSpPr>
          <p:cNvPr id="34" name="Straight Arrow Connector 33">
            <a:extLst>
              <a:ext uri="{FF2B5EF4-FFF2-40B4-BE49-F238E27FC236}">
                <a16:creationId xmlns:a16="http://schemas.microsoft.com/office/drawing/2014/main" id="{48057638-F40C-7DB3-9CF4-1E85DCF9BE68}"/>
              </a:ext>
            </a:extLst>
          </p:cNvPr>
          <p:cNvCxnSpPr>
            <a:cxnSpLocks/>
            <a:stCxn id="17" idx="2"/>
            <a:endCxn id="16" idx="0"/>
          </p:cNvCxnSpPr>
          <p:nvPr/>
        </p:nvCxnSpPr>
        <p:spPr>
          <a:xfrm flipH="1">
            <a:off x="3532376" y="798610"/>
            <a:ext cx="1" cy="429052"/>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a:extLst>
              <a:ext uri="{FF2B5EF4-FFF2-40B4-BE49-F238E27FC236}">
                <a16:creationId xmlns:a16="http://schemas.microsoft.com/office/drawing/2014/main" id="{717E1B6F-761B-104A-F77B-ED199F1DDD23}"/>
              </a:ext>
            </a:extLst>
          </p:cNvPr>
          <p:cNvCxnSpPr>
            <a:cxnSpLocks/>
            <a:stCxn id="16" idx="2"/>
            <a:endCxn id="7" idx="0"/>
          </p:cNvCxnSpPr>
          <p:nvPr/>
        </p:nvCxnSpPr>
        <p:spPr>
          <a:xfrm flipH="1">
            <a:off x="3512681" y="1929156"/>
            <a:ext cx="19695" cy="721106"/>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a:extLst>
              <a:ext uri="{FF2B5EF4-FFF2-40B4-BE49-F238E27FC236}">
                <a16:creationId xmlns:a16="http://schemas.microsoft.com/office/drawing/2014/main" id="{405C46FC-4228-D3E3-7CE9-E9BCC79841F5}"/>
              </a:ext>
            </a:extLst>
          </p:cNvPr>
          <p:cNvCxnSpPr>
            <a:cxnSpLocks/>
            <a:stCxn id="21" idx="2"/>
          </p:cNvCxnSpPr>
          <p:nvPr/>
        </p:nvCxnSpPr>
        <p:spPr>
          <a:xfrm flipH="1">
            <a:off x="3532375" y="3321128"/>
            <a:ext cx="1" cy="646331"/>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a:extLst>
              <a:ext uri="{FF2B5EF4-FFF2-40B4-BE49-F238E27FC236}">
                <a16:creationId xmlns:a16="http://schemas.microsoft.com/office/drawing/2014/main" id="{032E8FF3-B26A-5E89-5524-FF044CA75A16}"/>
              </a:ext>
            </a:extLst>
          </p:cNvPr>
          <p:cNvCxnSpPr>
            <a:cxnSpLocks/>
            <a:stCxn id="22" idx="2"/>
            <a:endCxn id="28" idx="0"/>
          </p:cNvCxnSpPr>
          <p:nvPr/>
        </p:nvCxnSpPr>
        <p:spPr>
          <a:xfrm>
            <a:off x="3532376" y="4668953"/>
            <a:ext cx="1" cy="426034"/>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5" name="Straight Arrow Connector 44">
            <a:extLst>
              <a:ext uri="{FF2B5EF4-FFF2-40B4-BE49-F238E27FC236}">
                <a16:creationId xmlns:a16="http://schemas.microsoft.com/office/drawing/2014/main" id="{AA9019AC-1323-49E0-2231-80F28DDDB6D8}"/>
              </a:ext>
            </a:extLst>
          </p:cNvPr>
          <p:cNvCxnSpPr>
            <a:cxnSpLocks/>
            <a:stCxn id="28" idx="2"/>
            <a:endCxn id="23" idx="0"/>
          </p:cNvCxnSpPr>
          <p:nvPr/>
        </p:nvCxnSpPr>
        <p:spPr>
          <a:xfrm>
            <a:off x="3532377" y="5464319"/>
            <a:ext cx="0" cy="27449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8" name="Straight Arrow Connector 47">
            <a:extLst>
              <a:ext uri="{FF2B5EF4-FFF2-40B4-BE49-F238E27FC236}">
                <a16:creationId xmlns:a16="http://schemas.microsoft.com/office/drawing/2014/main" id="{94FD5A55-64F3-C826-58D8-46ED1954D2EB}"/>
              </a:ext>
            </a:extLst>
          </p:cNvPr>
          <p:cNvCxnSpPr>
            <a:cxnSpLocks/>
          </p:cNvCxnSpPr>
          <p:nvPr/>
        </p:nvCxnSpPr>
        <p:spPr>
          <a:xfrm>
            <a:off x="3526423" y="6101338"/>
            <a:ext cx="0" cy="274499"/>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49" name="Straight Arrow Connector 48">
            <a:extLst>
              <a:ext uri="{FF2B5EF4-FFF2-40B4-BE49-F238E27FC236}">
                <a16:creationId xmlns:a16="http://schemas.microsoft.com/office/drawing/2014/main" id="{D081E947-576B-BBAC-DBAD-AFDCB0A391D7}"/>
              </a:ext>
            </a:extLst>
          </p:cNvPr>
          <p:cNvCxnSpPr>
            <a:cxnSpLocks/>
          </p:cNvCxnSpPr>
          <p:nvPr/>
        </p:nvCxnSpPr>
        <p:spPr>
          <a:xfrm>
            <a:off x="4241097" y="2350354"/>
            <a:ext cx="0" cy="29309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50" name="Straight Arrow Connector 49">
            <a:extLst>
              <a:ext uri="{FF2B5EF4-FFF2-40B4-BE49-F238E27FC236}">
                <a16:creationId xmlns:a16="http://schemas.microsoft.com/office/drawing/2014/main" id="{01CE955C-D285-1C29-9B2D-5B2B3799CEDF}"/>
              </a:ext>
            </a:extLst>
          </p:cNvPr>
          <p:cNvCxnSpPr>
            <a:cxnSpLocks/>
          </p:cNvCxnSpPr>
          <p:nvPr/>
        </p:nvCxnSpPr>
        <p:spPr>
          <a:xfrm>
            <a:off x="8141447" y="4676816"/>
            <a:ext cx="0" cy="32424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57" name="Straight Arrow Connector 56">
            <a:extLst>
              <a:ext uri="{FF2B5EF4-FFF2-40B4-BE49-F238E27FC236}">
                <a16:creationId xmlns:a16="http://schemas.microsoft.com/office/drawing/2014/main" id="{977AD4D1-D4D7-E2AB-298F-E82C91B743EC}"/>
              </a:ext>
            </a:extLst>
          </p:cNvPr>
          <p:cNvCxnSpPr>
            <a:cxnSpLocks/>
          </p:cNvCxnSpPr>
          <p:nvPr/>
        </p:nvCxnSpPr>
        <p:spPr>
          <a:xfrm>
            <a:off x="8133814" y="3709237"/>
            <a:ext cx="0" cy="32424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58" name="Straight Arrow Connector 57">
            <a:extLst>
              <a:ext uri="{FF2B5EF4-FFF2-40B4-BE49-F238E27FC236}">
                <a16:creationId xmlns:a16="http://schemas.microsoft.com/office/drawing/2014/main" id="{3EF3E768-A764-E077-F539-3375650EC72D}"/>
              </a:ext>
            </a:extLst>
          </p:cNvPr>
          <p:cNvCxnSpPr>
            <a:cxnSpLocks/>
          </p:cNvCxnSpPr>
          <p:nvPr/>
        </p:nvCxnSpPr>
        <p:spPr>
          <a:xfrm>
            <a:off x="8141447" y="5373324"/>
            <a:ext cx="0" cy="324245"/>
          </a:xfrm>
          <a:prstGeom prst="straightConnector1">
            <a:avLst/>
          </a:prstGeom>
          <a:ln w="38100">
            <a:tailEnd type="triangle"/>
          </a:ln>
        </p:spPr>
        <p:style>
          <a:lnRef idx="1">
            <a:schemeClr val="dk1"/>
          </a:lnRef>
          <a:fillRef idx="0">
            <a:schemeClr val="dk1"/>
          </a:fillRef>
          <a:effectRef idx="0">
            <a:schemeClr val="dk1"/>
          </a:effectRef>
          <a:fontRef idx="minor">
            <a:schemeClr val="tx1"/>
          </a:fontRef>
        </p:style>
      </p:cxnSp>
      <p:cxnSp>
        <p:nvCxnSpPr>
          <p:cNvPr id="65" name="Straight Connector 64">
            <a:extLst>
              <a:ext uri="{FF2B5EF4-FFF2-40B4-BE49-F238E27FC236}">
                <a16:creationId xmlns:a16="http://schemas.microsoft.com/office/drawing/2014/main" id="{D2E681D2-F3A3-E049-9324-1B4D3C5785FE}"/>
              </a:ext>
            </a:extLst>
          </p:cNvPr>
          <p:cNvCxnSpPr>
            <a:cxnSpLocks/>
          </p:cNvCxnSpPr>
          <p:nvPr/>
        </p:nvCxnSpPr>
        <p:spPr>
          <a:xfrm>
            <a:off x="4226691" y="2369585"/>
            <a:ext cx="2238299"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67" name="Straight Connector 66">
            <a:extLst>
              <a:ext uri="{FF2B5EF4-FFF2-40B4-BE49-F238E27FC236}">
                <a16:creationId xmlns:a16="http://schemas.microsoft.com/office/drawing/2014/main" id="{4B3FA564-512F-BBC3-A445-0CB671EEE37C}"/>
              </a:ext>
            </a:extLst>
          </p:cNvPr>
          <p:cNvCxnSpPr>
            <a:cxnSpLocks/>
          </p:cNvCxnSpPr>
          <p:nvPr/>
        </p:nvCxnSpPr>
        <p:spPr>
          <a:xfrm flipV="1">
            <a:off x="6464990" y="2350354"/>
            <a:ext cx="7009" cy="2826619"/>
          </a:xfrm>
          <a:prstGeom prst="line">
            <a:avLst/>
          </a:prstGeom>
          <a:ln w="38100"/>
        </p:spPr>
        <p:style>
          <a:lnRef idx="1">
            <a:schemeClr val="dk1"/>
          </a:lnRef>
          <a:fillRef idx="0">
            <a:schemeClr val="dk1"/>
          </a:fillRef>
          <a:effectRef idx="0">
            <a:schemeClr val="dk1"/>
          </a:effectRef>
          <a:fontRef idx="minor">
            <a:schemeClr val="tx1"/>
          </a:fontRef>
        </p:style>
      </p:cxnSp>
      <p:cxnSp>
        <p:nvCxnSpPr>
          <p:cNvPr id="72" name="Straight Connector 71">
            <a:extLst>
              <a:ext uri="{FF2B5EF4-FFF2-40B4-BE49-F238E27FC236}">
                <a16:creationId xmlns:a16="http://schemas.microsoft.com/office/drawing/2014/main" id="{982FE77D-7736-FD6F-F883-41C90E942BC4}"/>
              </a:ext>
            </a:extLst>
          </p:cNvPr>
          <p:cNvCxnSpPr>
            <a:cxnSpLocks/>
            <a:endCxn id="31" idx="1"/>
          </p:cNvCxnSpPr>
          <p:nvPr/>
        </p:nvCxnSpPr>
        <p:spPr>
          <a:xfrm>
            <a:off x="6446120" y="5192539"/>
            <a:ext cx="987724" cy="0"/>
          </a:xfrm>
          <a:prstGeom prst="line">
            <a:avLst/>
          </a:prstGeom>
          <a:ln w="38100"/>
        </p:spPr>
        <p:style>
          <a:lnRef idx="1">
            <a:schemeClr val="dk1"/>
          </a:lnRef>
          <a:fillRef idx="0">
            <a:schemeClr val="dk1"/>
          </a:fillRef>
          <a:effectRef idx="0">
            <a:schemeClr val="dk1"/>
          </a:effectRef>
          <a:fontRef idx="minor">
            <a:schemeClr val="tx1"/>
          </a:fontRef>
        </p:style>
      </p:cxnSp>
      <p:sp>
        <p:nvSpPr>
          <p:cNvPr id="78" name="TextBox 77">
            <a:extLst>
              <a:ext uri="{FF2B5EF4-FFF2-40B4-BE49-F238E27FC236}">
                <a16:creationId xmlns:a16="http://schemas.microsoft.com/office/drawing/2014/main" id="{CAF88135-40DF-B79D-9763-5453BCA8712F}"/>
              </a:ext>
            </a:extLst>
          </p:cNvPr>
          <p:cNvSpPr txBox="1"/>
          <p:nvPr/>
        </p:nvSpPr>
        <p:spPr>
          <a:xfrm>
            <a:off x="6837650" y="4844473"/>
            <a:ext cx="5023412" cy="369332"/>
          </a:xfrm>
          <a:prstGeom prst="rect">
            <a:avLst/>
          </a:prstGeom>
          <a:noFill/>
        </p:spPr>
        <p:txBody>
          <a:bodyPr wrap="square" rtlCol="0">
            <a:spAutoFit/>
          </a:bodyPr>
          <a:lstStyle/>
          <a:p>
            <a:r>
              <a:rPr lang="vi-VN">
                <a:latin typeface="+mj-lt"/>
              </a:rPr>
              <a:t>Sai.</a:t>
            </a:r>
            <a:endParaRPr lang="vi-VN" dirty="0">
              <a:latin typeface="+mj-lt"/>
            </a:endParaRPr>
          </a:p>
        </p:txBody>
      </p:sp>
      <p:sp>
        <p:nvSpPr>
          <p:cNvPr id="79" name="TextBox 78">
            <a:extLst>
              <a:ext uri="{FF2B5EF4-FFF2-40B4-BE49-F238E27FC236}">
                <a16:creationId xmlns:a16="http://schemas.microsoft.com/office/drawing/2014/main" id="{7C1AF245-EC83-275E-628F-0B172019E95C}"/>
              </a:ext>
            </a:extLst>
          </p:cNvPr>
          <p:cNvSpPr txBox="1"/>
          <p:nvPr/>
        </p:nvSpPr>
        <p:spPr>
          <a:xfrm>
            <a:off x="8299327" y="5355939"/>
            <a:ext cx="5023412" cy="369332"/>
          </a:xfrm>
          <a:prstGeom prst="rect">
            <a:avLst/>
          </a:prstGeom>
          <a:noFill/>
        </p:spPr>
        <p:txBody>
          <a:bodyPr wrap="square" rtlCol="0">
            <a:spAutoFit/>
          </a:bodyPr>
          <a:lstStyle/>
          <a:p>
            <a:r>
              <a:rPr lang="vi-VN" dirty="0">
                <a:latin typeface="+mj-lt"/>
              </a:rPr>
              <a:t>Đúng.</a:t>
            </a:r>
          </a:p>
        </p:txBody>
      </p:sp>
    </p:spTree>
    <p:extLst>
      <p:ext uri="{BB962C8B-B14F-4D97-AF65-F5344CB8AC3E}">
        <p14:creationId xmlns:p14="http://schemas.microsoft.com/office/powerpoint/2010/main" val="18971439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711</TotalTime>
  <Words>308</Words>
  <Application>Microsoft Office PowerPoint</Application>
  <PresentationFormat>Widescreen</PresentationFormat>
  <Paragraphs>26</Paragraphs>
  <Slides>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vt:i4>
      </vt:variant>
    </vt:vector>
  </HeadingPairs>
  <TitlesOfParts>
    <vt:vector size="7" baseType="lpstr">
      <vt:lpstr>Arial</vt:lpstr>
      <vt:lpstr>Calibri</vt:lpstr>
      <vt:lpstr>Calibri Light</vt:lpstr>
      <vt:lpstr>Times New Roman</vt:lpstr>
      <vt:lpstr>Office Theme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Trang Nguyễn</dc:creator>
  <cp:lastModifiedBy>Trang Nguyễn</cp:lastModifiedBy>
  <cp:revision>2</cp:revision>
  <dcterms:created xsi:type="dcterms:W3CDTF">2023-05-09T16:29:08Z</dcterms:created>
  <dcterms:modified xsi:type="dcterms:W3CDTF">2023-05-12T14:52:45Z</dcterms:modified>
</cp:coreProperties>
</file>